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59" r:id="rId6"/>
    <p:sldId id="265" r:id="rId7"/>
    <p:sldId id="260" r:id="rId8"/>
    <p:sldId id="266" r:id="rId9"/>
    <p:sldId id="264" r:id="rId10"/>
    <p:sldId id="261" r:id="rId11"/>
    <p:sldId id="267" r:id="rId12"/>
  </p:sldIdLst>
  <p:sldSz cx="18288000" cy="10287000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Cascadia Mono Light" panose="020B0609020000020004" pitchFamily="49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LM Roman 10" panose="00000500000000000000" pitchFamily="50" charset="0"/>
      <p:regular r:id="rId20"/>
      <p:bold r:id="rId21"/>
      <p:italic r:id="rId22"/>
      <p:boldItalic r:id="rId23"/>
    </p:embeddedFont>
    <p:embeddedFont>
      <p:font typeface="New Standard" panose="020B0604020202020204" charset="0"/>
      <p:regular r:id="rId24"/>
    </p:embeddedFont>
    <p:embeddedFont>
      <p:font typeface="New Standard Bold" panose="020B0604020202020204" charset="0"/>
      <p:regular r:id="rId25"/>
    </p:embeddedFont>
    <p:embeddedFont>
      <p:font typeface="New Standard Bold Italics" panose="020B0604020202020204" charset="0"/>
      <p:regular r:id="rId26"/>
    </p:embeddedFont>
    <p:embeddedFont>
      <p:font typeface="New Standar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1354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50BC8-8842-433C-88ED-7DFCDF0C4DDE}" v="11" dt="2025-10-15T03:16:57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7421" autoAdjust="0"/>
  </p:normalViewPr>
  <p:slideViewPr>
    <p:cSldViewPr>
      <p:cViewPr>
        <p:scale>
          <a:sx n="125" d="100"/>
          <a:sy n="125" d="100"/>
        </p:scale>
        <p:origin x="216" y="-10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50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VIN ADRIEL DARVELL NADAPDAP" userId="d96d2d48-157c-45a3-a63c-c139f3ce19dd" providerId="ADAL" clId="{14940F7F-4453-40AC-943A-C556E3B0742E}"/>
    <pc:docChg chg="undo redo custSel addSld delSld modSld sldOrd">
      <pc:chgData name="GALVIN ADRIEL DARVELL NADAPDAP" userId="d96d2d48-157c-45a3-a63c-c139f3ce19dd" providerId="ADAL" clId="{14940F7F-4453-40AC-943A-C556E3B0742E}" dt="2025-10-15T03:17:01.073" v="21587"/>
      <pc:docMkLst>
        <pc:docMk/>
      </pc:docMkLst>
      <pc:sldChg chg="addSp delSp modSp mod">
        <pc:chgData name="GALVIN ADRIEL DARVELL NADAPDAP" userId="d96d2d48-157c-45a3-a63c-c139f3ce19dd" providerId="ADAL" clId="{14940F7F-4453-40AC-943A-C556E3B0742E}" dt="2025-10-09T14:38:00.838" v="21379" actId="14100"/>
        <pc:sldMkLst>
          <pc:docMk/>
          <pc:sldMk cId="0" sldId="256"/>
        </pc:sldMkLst>
        <pc:spChg chg="mod">
          <ac:chgData name="GALVIN ADRIEL DARVELL NADAPDAP" userId="d96d2d48-157c-45a3-a63c-c139f3ce19dd" providerId="ADAL" clId="{14940F7F-4453-40AC-943A-C556E3B0742E}" dt="2025-10-09T14:34:33.109" v="21371"/>
          <ac:spMkLst>
            <pc:docMk/>
            <pc:sldMk cId="0" sldId="256"/>
            <ac:spMk id="3" creationId="{2B46FF54-3A05-04BA-39FB-9E404B2BEB96}"/>
          </ac:spMkLst>
        </pc:spChg>
        <pc:spChg chg="mod">
          <ac:chgData name="GALVIN ADRIEL DARVELL NADAPDAP" userId="d96d2d48-157c-45a3-a63c-c139f3ce19dd" providerId="ADAL" clId="{14940F7F-4453-40AC-943A-C556E3B0742E}" dt="2025-10-09T14:37:55.294" v="21378" actId="20577"/>
          <ac:spMkLst>
            <pc:docMk/>
            <pc:sldMk cId="0" sldId="256"/>
            <ac:spMk id="4" creationId="{90D241D3-6CDB-CE8F-369E-A1FEC06C6A05}"/>
          </ac:spMkLst>
        </pc:spChg>
        <pc:spChg chg="mod">
          <ac:chgData name="GALVIN ADRIEL DARVELL NADAPDAP" userId="d96d2d48-157c-45a3-a63c-c139f3ce19dd" providerId="ADAL" clId="{14940F7F-4453-40AC-943A-C556E3B0742E}" dt="2025-10-08T09:48:32.815" v="7066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49:45.842" v="7099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7T07:50:40.884" v="28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7T07:50:37.589" v="27" actId="14100"/>
          <ac:spMkLst>
            <pc:docMk/>
            <pc:sldMk cId="0" sldId="256"/>
            <ac:spMk id="29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52:53.384" v="7168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13:50:50.971" v="19838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50:31.277" v="7111"/>
          <ac:spMkLst>
            <pc:docMk/>
            <pc:sldMk cId="0" sldId="256"/>
            <ac:spMk id="47" creationId="{988797B9-CF79-3ABD-C7BD-45506AC9BEE5}"/>
          </ac:spMkLst>
        </pc:spChg>
        <pc:spChg chg="mod">
          <ac:chgData name="GALVIN ADRIEL DARVELL NADAPDAP" userId="d96d2d48-157c-45a3-a63c-c139f3ce19dd" providerId="ADAL" clId="{14940F7F-4453-40AC-943A-C556E3B0742E}" dt="2025-10-08T09:50:31.277" v="7111"/>
          <ac:spMkLst>
            <pc:docMk/>
            <pc:sldMk cId="0" sldId="256"/>
            <ac:spMk id="48" creationId="{20447B4D-2240-78A4-72A4-CE8A30038ECE}"/>
          </ac:spMkLst>
        </pc:spChg>
        <pc:spChg chg="mod">
          <ac:chgData name="GALVIN ADRIEL DARVELL NADAPDAP" userId="d96d2d48-157c-45a3-a63c-c139f3ce19dd" providerId="ADAL" clId="{14940F7F-4453-40AC-943A-C556E3B0742E}" dt="2025-10-08T09:50:31.277" v="7111"/>
          <ac:spMkLst>
            <pc:docMk/>
            <pc:sldMk cId="0" sldId="256"/>
            <ac:spMk id="49" creationId="{62A18EC1-4C2A-B2CF-F8AF-12756AD75E66}"/>
          </ac:spMkLst>
        </pc:spChg>
        <pc:spChg chg="mod">
          <ac:chgData name="GALVIN ADRIEL DARVELL NADAPDAP" userId="d96d2d48-157c-45a3-a63c-c139f3ce19dd" providerId="ADAL" clId="{14940F7F-4453-40AC-943A-C556E3B0742E}" dt="2025-10-08T09:50:31.277" v="7111"/>
          <ac:spMkLst>
            <pc:docMk/>
            <pc:sldMk cId="0" sldId="256"/>
            <ac:spMk id="50" creationId="{F4E67A50-B320-9D06-7699-D02E3C0584D0}"/>
          </ac:spMkLst>
        </pc:spChg>
        <pc:spChg chg="mod">
          <ac:chgData name="GALVIN ADRIEL DARVELL NADAPDAP" userId="d96d2d48-157c-45a3-a63c-c139f3ce19dd" providerId="ADAL" clId="{14940F7F-4453-40AC-943A-C556E3B0742E}" dt="2025-10-08T09:50:31.277" v="7111"/>
          <ac:spMkLst>
            <pc:docMk/>
            <pc:sldMk cId="0" sldId="256"/>
            <ac:spMk id="51" creationId="{D8D11623-98CE-1731-29CE-58E61B24B1A4}"/>
          </ac:spMkLst>
        </pc:spChg>
        <pc:grpChg chg="add mod">
          <ac:chgData name="GALVIN ADRIEL DARVELL NADAPDAP" userId="d96d2d48-157c-45a3-a63c-c139f3ce19dd" providerId="ADAL" clId="{14940F7F-4453-40AC-943A-C556E3B0742E}" dt="2025-10-09T14:38:00.838" v="21379" actId="14100"/>
          <ac:grpSpMkLst>
            <pc:docMk/>
            <pc:sldMk cId="0" sldId="256"/>
            <ac:grpSpMk id="2" creationId="{7E030CF7-FDA5-EE2D-DB86-4DECB1B15906}"/>
          </ac:grpSpMkLst>
        </pc:grpChg>
        <pc:grpChg chg="add del mod ord">
          <ac:chgData name="GALVIN ADRIEL DARVELL NADAPDAP" userId="d96d2d48-157c-45a3-a63c-c139f3ce19dd" providerId="ADAL" clId="{14940F7F-4453-40AC-943A-C556E3B0742E}" dt="2025-10-08T09:53:18.303" v="7183" actId="1076"/>
          <ac:grpSpMkLst>
            <pc:docMk/>
            <pc:sldMk cId="0" sldId="256"/>
            <ac:grpSpMk id="9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9T14:34:30.870" v="21370" actId="1076"/>
          <ac:grpSpMkLst>
            <pc:docMk/>
            <pc:sldMk cId="0" sldId="256"/>
            <ac:grpSpMk id="32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9T14:34:30.870" v="21370" actId="1076"/>
          <ac:grpSpMkLst>
            <pc:docMk/>
            <pc:sldMk cId="0" sldId="256"/>
            <ac:grpSpMk id="35" creationId="{00000000-0000-0000-0000-000000000000}"/>
          </ac:grpSpMkLst>
        </pc:grpChg>
        <pc:grpChg chg="add mod">
          <ac:chgData name="GALVIN ADRIEL DARVELL NADAPDAP" userId="d96d2d48-157c-45a3-a63c-c139f3ce19dd" providerId="ADAL" clId="{14940F7F-4453-40AC-943A-C556E3B0742E}" dt="2025-10-08T09:50:31.277" v="7111"/>
          <ac:grpSpMkLst>
            <pc:docMk/>
            <pc:sldMk cId="0" sldId="256"/>
            <ac:grpSpMk id="44" creationId="{2E16A4B4-9CE6-91CE-3559-9B571F317FD8}"/>
          </ac:grpSpMkLst>
        </pc:grpChg>
        <pc:grpChg chg="mod">
          <ac:chgData name="GALVIN ADRIEL DARVELL NADAPDAP" userId="d96d2d48-157c-45a3-a63c-c139f3ce19dd" providerId="ADAL" clId="{14940F7F-4453-40AC-943A-C556E3B0742E}" dt="2025-10-08T09:50:31.277" v="7111"/>
          <ac:grpSpMkLst>
            <pc:docMk/>
            <pc:sldMk cId="0" sldId="256"/>
            <ac:grpSpMk id="45" creationId="{8BD8881D-8EBF-09CF-FC40-161C710E1B93}"/>
          </ac:grpSpMkLst>
        </pc:grpChg>
        <pc:grpChg chg="mod">
          <ac:chgData name="GALVIN ADRIEL DARVELL NADAPDAP" userId="d96d2d48-157c-45a3-a63c-c139f3ce19dd" providerId="ADAL" clId="{14940F7F-4453-40AC-943A-C556E3B0742E}" dt="2025-10-08T09:50:31.277" v="7111"/>
          <ac:grpSpMkLst>
            <pc:docMk/>
            <pc:sldMk cId="0" sldId="256"/>
            <ac:grpSpMk id="46" creationId="{232AC452-9A7E-EB40-DDED-7D2B703D1A6E}"/>
          </ac:grpSpMkLst>
        </pc:grpChg>
        <pc:picChg chg="add mod">
          <ac:chgData name="GALVIN ADRIEL DARVELL NADAPDAP" userId="d96d2d48-157c-45a3-a63c-c139f3ce19dd" providerId="ADAL" clId="{14940F7F-4453-40AC-943A-C556E3B0742E}" dt="2025-10-08T09:53:23.862" v="7186" actId="1076"/>
          <ac:picMkLst>
            <pc:docMk/>
            <pc:sldMk cId="0" sldId="256"/>
            <ac:picMk id="52" creationId="{F39A45A2-F25D-A41A-ECEA-5E9845D1F5DC}"/>
          </ac:picMkLst>
        </pc:picChg>
      </pc:sldChg>
      <pc:sldChg chg="addSp delSp modSp mod modAnim">
        <pc:chgData name="GALVIN ADRIEL DARVELL NADAPDAP" userId="d96d2d48-157c-45a3-a63c-c139f3ce19dd" providerId="ADAL" clId="{14940F7F-4453-40AC-943A-C556E3B0742E}" dt="2025-10-09T14:31:09.065" v="21177" actId="207"/>
        <pc:sldMkLst>
          <pc:docMk/>
          <pc:sldMk cId="0" sldId="257"/>
        </pc:sldMkLst>
        <pc:spChg chg="add mod">
          <ac:chgData name="GALVIN ADRIEL DARVELL NADAPDAP" userId="d96d2d48-157c-45a3-a63c-c139f3ce19dd" providerId="ADAL" clId="{14940F7F-4453-40AC-943A-C556E3B0742E}" dt="2025-10-09T14:31:01.594" v="21174" actId="207"/>
          <ac:spMkLst>
            <pc:docMk/>
            <pc:sldMk cId="0" sldId="257"/>
            <ac:spMk id="3" creationId="{3922C6D4-9BB3-4313-87A1-BBD736BBE2AB}"/>
          </ac:spMkLst>
        </pc:spChg>
        <pc:spChg chg="add mod">
          <ac:chgData name="GALVIN ADRIEL DARVELL NADAPDAP" userId="d96d2d48-157c-45a3-a63c-c139f3ce19dd" providerId="ADAL" clId="{14940F7F-4453-40AC-943A-C556E3B0742E}" dt="2025-10-09T14:31:07.048" v="21176" actId="207"/>
          <ac:spMkLst>
            <pc:docMk/>
            <pc:sldMk cId="0" sldId="257"/>
            <ac:spMk id="4" creationId="{536B59EE-1E40-C0A2-C0C8-9F479F5CCEBD}"/>
          </ac:spMkLst>
        </pc:spChg>
        <pc:spChg chg="add mod">
          <ac:chgData name="GALVIN ADRIEL DARVELL NADAPDAP" userId="d96d2d48-157c-45a3-a63c-c139f3ce19dd" providerId="ADAL" clId="{14940F7F-4453-40AC-943A-C556E3B0742E}" dt="2025-10-09T14:31:04.146" v="21175" actId="207"/>
          <ac:spMkLst>
            <pc:docMk/>
            <pc:sldMk cId="0" sldId="257"/>
            <ac:spMk id="5" creationId="{663F18BA-EFBB-7C63-F227-0ACE6C4BC1D1}"/>
          </ac:spMkLst>
        </pc:spChg>
        <pc:spChg chg="add mod">
          <ac:chgData name="GALVIN ADRIEL DARVELL NADAPDAP" userId="d96d2d48-157c-45a3-a63c-c139f3ce19dd" providerId="ADAL" clId="{14940F7F-4453-40AC-943A-C556E3B0742E}" dt="2025-10-09T14:31:09.065" v="21177" actId="207"/>
          <ac:spMkLst>
            <pc:docMk/>
            <pc:sldMk cId="0" sldId="257"/>
            <ac:spMk id="6" creationId="{03E7A7F4-8AE5-306C-60A6-B98A481F6BC1}"/>
          </ac:spMkLst>
        </pc:spChg>
        <pc:spChg chg="mod">
          <ac:chgData name="GALVIN ADRIEL DARVELL NADAPDAP" userId="d96d2d48-157c-45a3-a63c-c139f3ce19dd" providerId="ADAL" clId="{14940F7F-4453-40AC-943A-C556E3B0742E}" dt="2025-10-08T09:53:50.121" v="7191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42:08.847" v="13131" actId="403"/>
          <ac:spMkLst>
            <pc:docMk/>
            <pc:sldMk cId="0" sldId="257"/>
            <ac:spMk id="27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42:11.751" v="13133" actId="403"/>
          <ac:spMkLst>
            <pc:docMk/>
            <pc:sldMk cId="0" sldId="257"/>
            <ac:spMk id="30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42:14.930" v="13135" actId="403"/>
          <ac:spMkLst>
            <pc:docMk/>
            <pc:sldMk cId="0" sldId="257"/>
            <ac:spMk id="33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14:30:12.261" v="21161" actId="207"/>
          <ac:spMkLst>
            <pc:docMk/>
            <pc:sldMk cId="0" sldId="257"/>
            <ac:spMk id="36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42:26.760" v="13144" actId="403"/>
          <ac:spMkLst>
            <pc:docMk/>
            <pc:sldMk cId="0" sldId="257"/>
            <ac:spMk id="39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52:24.278" v="7161" actId="1038"/>
          <ac:spMkLst>
            <pc:docMk/>
            <pc:sldMk cId="0" sldId="257"/>
            <ac:spMk id="40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14:30:00.147" v="21160" actId="20577"/>
          <ac:spMkLst>
            <pc:docMk/>
            <pc:sldMk cId="0" sldId="257"/>
            <ac:spMk id="41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50:25.975" v="7109"/>
          <ac:spMkLst>
            <pc:docMk/>
            <pc:sldMk cId="0" sldId="257"/>
            <ac:spMk id="45" creationId="{ED2F0CC9-4C3F-A7A0-D128-9F0426734343}"/>
          </ac:spMkLst>
        </pc:spChg>
        <pc:spChg chg="mod">
          <ac:chgData name="GALVIN ADRIEL DARVELL NADAPDAP" userId="d96d2d48-157c-45a3-a63c-c139f3ce19dd" providerId="ADAL" clId="{14940F7F-4453-40AC-943A-C556E3B0742E}" dt="2025-10-08T09:50:25.975" v="7109"/>
          <ac:spMkLst>
            <pc:docMk/>
            <pc:sldMk cId="0" sldId="257"/>
            <ac:spMk id="46" creationId="{2CCB478C-59C0-1E75-263F-8A30B8B0F666}"/>
          </ac:spMkLst>
        </pc:spChg>
        <pc:spChg chg="mod">
          <ac:chgData name="GALVIN ADRIEL DARVELL NADAPDAP" userId="d96d2d48-157c-45a3-a63c-c139f3ce19dd" providerId="ADAL" clId="{14940F7F-4453-40AC-943A-C556E3B0742E}" dt="2025-10-08T09:50:25.975" v="7109"/>
          <ac:spMkLst>
            <pc:docMk/>
            <pc:sldMk cId="0" sldId="257"/>
            <ac:spMk id="47" creationId="{0D2C4050-685D-9825-F919-C28081FC9344}"/>
          </ac:spMkLst>
        </pc:spChg>
        <pc:spChg chg="mod">
          <ac:chgData name="GALVIN ADRIEL DARVELL NADAPDAP" userId="d96d2d48-157c-45a3-a63c-c139f3ce19dd" providerId="ADAL" clId="{14940F7F-4453-40AC-943A-C556E3B0742E}" dt="2025-10-08T09:50:25.975" v="7109"/>
          <ac:spMkLst>
            <pc:docMk/>
            <pc:sldMk cId="0" sldId="257"/>
            <ac:spMk id="48" creationId="{3078454D-BD65-911E-E331-ADAB0D6CABBF}"/>
          </ac:spMkLst>
        </pc:spChg>
        <pc:spChg chg="mod">
          <ac:chgData name="GALVIN ADRIEL DARVELL NADAPDAP" userId="d96d2d48-157c-45a3-a63c-c139f3ce19dd" providerId="ADAL" clId="{14940F7F-4453-40AC-943A-C556E3B0742E}" dt="2025-10-08T09:50:25.975" v="7109"/>
          <ac:spMkLst>
            <pc:docMk/>
            <pc:sldMk cId="0" sldId="257"/>
            <ac:spMk id="49" creationId="{FD920BFA-5E36-6846-0D10-698D60006C5F}"/>
          </ac:spMkLst>
        </pc:spChg>
        <pc:spChg chg="mod">
          <ac:chgData name="GALVIN ADRIEL DARVELL NADAPDAP" userId="d96d2d48-157c-45a3-a63c-c139f3ce19dd" providerId="ADAL" clId="{14940F7F-4453-40AC-943A-C556E3B0742E}" dt="2025-10-08T09:52:05.166" v="7150"/>
          <ac:spMkLst>
            <pc:docMk/>
            <pc:sldMk cId="0" sldId="257"/>
            <ac:spMk id="53" creationId="{19F72AD6-79EE-AE34-9605-5B78C21D14B0}"/>
          </ac:spMkLst>
        </pc:spChg>
        <pc:spChg chg="mod">
          <ac:chgData name="GALVIN ADRIEL DARVELL NADAPDAP" userId="d96d2d48-157c-45a3-a63c-c139f3ce19dd" providerId="ADAL" clId="{14940F7F-4453-40AC-943A-C556E3B0742E}" dt="2025-10-08T09:52:05.166" v="7150"/>
          <ac:spMkLst>
            <pc:docMk/>
            <pc:sldMk cId="0" sldId="257"/>
            <ac:spMk id="54" creationId="{5B9C3B3E-E783-836C-6AC4-40BD4D619A8D}"/>
          </ac:spMkLst>
        </pc:spChg>
        <pc:spChg chg="mod">
          <ac:chgData name="GALVIN ADRIEL DARVELL NADAPDAP" userId="d96d2d48-157c-45a3-a63c-c139f3ce19dd" providerId="ADAL" clId="{14940F7F-4453-40AC-943A-C556E3B0742E}" dt="2025-10-08T09:52:05.166" v="7150"/>
          <ac:spMkLst>
            <pc:docMk/>
            <pc:sldMk cId="0" sldId="257"/>
            <ac:spMk id="55" creationId="{8BF4D65B-1AFE-058A-78DE-3BDD01F35900}"/>
          </ac:spMkLst>
        </pc:spChg>
        <pc:spChg chg="mod">
          <ac:chgData name="GALVIN ADRIEL DARVELL NADAPDAP" userId="d96d2d48-157c-45a3-a63c-c139f3ce19dd" providerId="ADAL" clId="{14940F7F-4453-40AC-943A-C556E3B0742E}" dt="2025-10-08T09:52:05.166" v="7150"/>
          <ac:spMkLst>
            <pc:docMk/>
            <pc:sldMk cId="0" sldId="257"/>
            <ac:spMk id="56" creationId="{B2C6E1E7-5838-64B5-F802-D904D8387129}"/>
          </ac:spMkLst>
        </pc:spChg>
        <pc:grpChg chg="add mod">
          <ac:chgData name="GALVIN ADRIEL DARVELL NADAPDAP" userId="d96d2d48-157c-45a3-a63c-c139f3ce19dd" providerId="ADAL" clId="{14940F7F-4453-40AC-943A-C556E3B0742E}" dt="2025-10-09T05:39:48.141" v="13597" actId="164"/>
          <ac:grpSpMkLst>
            <pc:docMk/>
            <pc:sldMk cId="0" sldId="257"/>
            <ac:grpSpMk id="7" creationId="{F120EFAA-A71E-A212-00F0-BAC0DA58C686}"/>
          </ac:grpSpMkLst>
        </pc:grpChg>
        <pc:grpChg chg="add mod">
          <ac:chgData name="GALVIN ADRIEL DARVELL NADAPDAP" userId="d96d2d48-157c-45a3-a63c-c139f3ce19dd" providerId="ADAL" clId="{14940F7F-4453-40AC-943A-C556E3B0742E}" dt="2025-10-09T05:39:49.746" v="13598" actId="164"/>
          <ac:grpSpMkLst>
            <pc:docMk/>
            <pc:sldMk cId="0" sldId="257"/>
            <ac:grpSpMk id="8" creationId="{5FD3F7C6-1995-C28E-BEBB-2BF4A3871E96}"/>
          </ac:grpSpMkLst>
        </pc:grpChg>
        <pc:grpChg chg="add mod">
          <ac:chgData name="GALVIN ADRIEL DARVELL NADAPDAP" userId="d96d2d48-157c-45a3-a63c-c139f3ce19dd" providerId="ADAL" clId="{14940F7F-4453-40AC-943A-C556E3B0742E}" dt="2025-10-09T05:39:51.097" v="13599" actId="164"/>
          <ac:grpSpMkLst>
            <pc:docMk/>
            <pc:sldMk cId="0" sldId="257"/>
            <ac:grpSpMk id="9" creationId="{0DFF27C7-6252-7DCD-1914-BDDB52E0D3F0}"/>
          </ac:grpSpMkLst>
        </pc:grpChg>
        <pc:grpChg chg="add mod">
          <ac:chgData name="GALVIN ADRIEL DARVELL NADAPDAP" userId="d96d2d48-157c-45a3-a63c-c139f3ce19dd" providerId="ADAL" clId="{14940F7F-4453-40AC-943A-C556E3B0742E}" dt="2025-10-09T05:39:52.079" v="13600" actId="164"/>
          <ac:grpSpMkLst>
            <pc:docMk/>
            <pc:sldMk cId="0" sldId="257"/>
            <ac:grpSpMk id="10" creationId="{0EC01906-ACF2-51F4-FF46-CBAC01F984BA}"/>
          </ac:grpSpMkLst>
        </pc:grpChg>
        <pc:grpChg chg="mod">
          <ac:chgData name="GALVIN ADRIEL DARVELL NADAPDAP" userId="d96d2d48-157c-45a3-a63c-c139f3ce19dd" providerId="ADAL" clId="{14940F7F-4453-40AC-943A-C556E3B0742E}" dt="2025-10-09T05:39:48.141" v="13597" actId="164"/>
          <ac:grpSpMkLst>
            <pc:docMk/>
            <pc:sldMk cId="0" sldId="257"/>
            <ac:grpSpMk id="25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9T05:39:49.746" v="13598" actId="164"/>
          <ac:grpSpMkLst>
            <pc:docMk/>
            <pc:sldMk cId="0" sldId="257"/>
            <ac:grpSpMk id="28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9T05:39:51.097" v="13599" actId="164"/>
          <ac:grpSpMkLst>
            <pc:docMk/>
            <pc:sldMk cId="0" sldId="257"/>
            <ac:grpSpMk id="31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9T05:39:52.079" v="13600" actId="164"/>
          <ac:grpSpMkLst>
            <pc:docMk/>
            <pc:sldMk cId="0" sldId="257"/>
            <ac:grpSpMk id="34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8T09:54:46.810" v="7208" actId="14100"/>
          <ac:grpSpMkLst>
            <pc:docMk/>
            <pc:sldMk cId="0" sldId="257"/>
            <ac:grpSpMk id="37" creationId="{00000000-0000-0000-0000-000000000000}"/>
          </ac:grpSpMkLst>
        </pc:grpChg>
        <pc:grpChg chg="add mod">
          <ac:chgData name="GALVIN ADRIEL DARVELL NADAPDAP" userId="d96d2d48-157c-45a3-a63c-c139f3ce19dd" providerId="ADAL" clId="{14940F7F-4453-40AC-943A-C556E3B0742E}" dt="2025-10-08T09:50:25.975" v="7109"/>
          <ac:grpSpMkLst>
            <pc:docMk/>
            <pc:sldMk cId="0" sldId="257"/>
            <ac:grpSpMk id="42" creationId="{5FAB528A-24CC-E50C-978F-014CE3536280}"/>
          </ac:grpSpMkLst>
        </pc:grpChg>
        <pc:grpChg chg="mod">
          <ac:chgData name="GALVIN ADRIEL DARVELL NADAPDAP" userId="d96d2d48-157c-45a3-a63c-c139f3ce19dd" providerId="ADAL" clId="{14940F7F-4453-40AC-943A-C556E3B0742E}" dt="2025-10-08T09:50:25.975" v="7109"/>
          <ac:grpSpMkLst>
            <pc:docMk/>
            <pc:sldMk cId="0" sldId="257"/>
            <ac:grpSpMk id="43" creationId="{3CEFCCA1-B1F8-80B2-4AEA-BC55955079ED}"/>
          </ac:grpSpMkLst>
        </pc:grpChg>
        <pc:grpChg chg="mod">
          <ac:chgData name="GALVIN ADRIEL DARVELL NADAPDAP" userId="d96d2d48-157c-45a3-a63c-c139f3ce19dd" providerId="ADAL" clId="{14940F7F-4453-40AC-943A-C556E3B0742E}" dt="2025-10-08T09:50:25.975" v="7109"/>
          <ac:grpSpMkLst>
            <pc:docMk/>
            <pc:sldMk cId="0" sldId="257"/>
            <ac:grpSpMk id="44" creationId="{5176706B-81ED-A9CD-5A9B-8ADDDE5B73C7}"/>
          </ac:grpSpMkLst>
        </pc:grpChg>
        <pc:grpChg chg="add mod ord">
          <ac:chgData name="GALVIN ADRIEL DARVELL NADAPDAP" userId="d96d2d48-157c-45a3-a63c-c139f3ce19dd" providerId="ADAL" clId="{14940F7F-4453-40AC-943A-C556E3B0742E}" dt="2025-10-09T05:39:43.513" v="13596" actId="1076"/>
          <ac:grpSpMkLst>
            <pc:docMk/>
            <pc:sldMk cId="0" sldId="257"/>
            <ac:grpSpMk id="50" creationId="{4BF00517-D0A1-C577-0582-9BD66BE7CB2E}"/>
          </ac:grpSpMkLst>
        </pc:grpChg>
        <pc:grpChg chg="mod">
          <ac:chgData name="GALVIN ADRIEL DARVELL NADAPDAP" userId="d96d2d48-157c-45a3-a63c-c139f3ce19dd" providerId="ADAL" clId="{14940F7F-4453-40AC-943A-C556E3B0742E}" dt="2025-10-08T09:52:05.166" v="7150"/>
          <ac:grpSpMkLst>
            <pc:docMk/>
            <pc:sldMk cId="0" sldId="257"/>
            <ac:grpSpMk id="51" creationId="{1534F0BF-E1BD-B276-23F7-63C825843821}"/>
          </ac:grpSpMkLst>
        </pc:grpChg>
        <pc:grpChg chg="mod">
          <ac:chgData name="GALVIN ADRIEL DARVELL NADAPDAP" userId="d96d2d48-157c-45a3-a63c-c139f3ce19dd" providerId="ADAL" clId="{14940F7F-4453-40AC-943A-C556E3B0742E}" dt="2025-10-08T09:52:05.166" v="7150"/>
          <ac:grpSpMkLst>
            <pc:docMk/>
            <pc:sldMk cId="0" sldId="257"/>
            <ac:grpSpMk id="52" creationId="{41EFC802-F028-6373-1E8A-30EBE66F4D4A}"/>
          </ac:grpSpMkLst>
        </pc:grpChg>
        <pc:picChg chg="add mod">
          <ac:chgData name="GALVIN ADRIEL DARVELL NADAPDAP" userId="d96d2d48-157c-45a3-a63c-c139f3ce19dd" providerId="ADAL" clId="{14940F7F-4453-40AC-943A-C556E3B0742E}" dt="2025-10-08T09:52:15.558" v="7152" actId="1076"/>
          <ac:picMkLst>
            <pc:docMk/>
            <pc:sldMk cId="0" sldId="257"/>
            <ac:picMk id="2" creationId="{D92DA5E1-2A9E-7A77-212A-B52691D937A0}"/>
          </ac:picMkLst>
        </pc:picChg>
      </pc:sldChg>
      <pc:sldChg chg="addSp delSp modSp mod modAnim">
        <pc:chgData name="GALVIN ADRIEL DARVELL NADAPDAP" userId="d96d2d48-157c-45a3-a63c-c139f3ce19dd" providerId="ADAL" clId="{14940F7F-4453-40AC-943A-C556E3B0742E}" dt="2025-10-09T14:43:17.756" v="21381" actId="20577"/>
        <pc:sldMkLst>
          <pc:docMk/>
          <pc:sldMk cId="0" sldId="258"/>
        </pc:sldMkLst>
        <pc:spChg chg="mod">
          <ac:chgData name="GALVIN ADRIEL DARVELL NADAPDAP" userId="d96d2d48-157c-45a3-a63c-c139f3ce19dd" providerId="ADAL" clId="{14940F7F-4453-40AC-943A-C556E3B0742E}" dt="2025-10-09T14:43:17.756" v="21381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13:47:24.627" v="19809" actId="207"/>
          <ac:spMkLst>
            <pc:docMk/>
            <pc:sldMk cId="0" sldId="258"/>
            <ac:spMk id="32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13:47:25.908" v="19811" actId="207"/>
          <ac:spMkLst>
            <pc:docMk/>
            <pc:sldMk cId="0" sldId="258"/>
            <ac:spMk id="33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13:47:23.764" v="19807" actId="207"/>
          <ac:spMkLst>
            <pc:docMk/>
            <pc:sldMk cId="0" sldId="258"/>
            <ac:spMk id="38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13:47:23.764" v="19807" actId="207"/>
          <ac:spMkLst>
            <pc:docMk/>
            <pc:sldMk cId="0" sldId="258"/>
            <ac:spMk id="39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03:50.318" v="5674" actId="1038"/>
          <ac:spMkLst>
            <pc:docMk/>
            <pc:sldMk cId="0" sldId="258"/>
            <ac:spMk id="41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03:50.318" v="5674" actId="1038"/>
          <ac:spMkLst>
            <pc:docMk/>
            <pc:sldMk cId="0" sldId="258"/>
            <ac:spMk id="42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47:27.313" v="7044" actId="107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52:31.751" v="7164"/>
          <ac:spMkLst>
            <pc:docMk/>
            <pc:sldMk cId="0" sldId="258"/>
            <ac:spMk id="46" creationId="{CE90B81C-58B9-6303-101C-5831C1286CB2}"/>
          </ac:spMkLst>
        </pc:spChg>
        <pc:spChg chg="mod">
          <ac:chgData name="GALVIN ADRIEL DARVELL NADAPDAP" userId="d96d2d48-157c-45a3-a63c-c139f3ce19dd" providerId="ADAL" clId="{14940F7F-4453-40AC-943A-C556E3B0742E}" dt="2025-10-08T09:52:31.751" v="7164"/>
          <ac:spMkLst>
            <pc:docMk/>
            <pc:sldMk cId="0" sldId="258"/>
            <ac:spMk id="47" creationId="{5A2ADF6D-4A1D-5FDF-9616-90C9D4D9F387}"/>
          </ac:spMkLst>
        </pc:spChg>
        <pc:spChg chg="mod">
          <ac:chgData name="GALVIN ADRIEL DARVELL NADAPDAP" userId="d96d2d48-157c-45a3-a63c-c139f3ce19dd" providerId="ADAL" clId="{14940F7F-4453-40AC-943A-C556E3B0742E}" dt="2025-10-08T09:52:31.751" v="7164"/>
          <ac:spMkLst>
            <pc:docMk/>
            <pc:sldMk cId="0" sldId="258"/>
            <ac:spMk id="48" creationId="{ACAE3672-95A8-7F78-C66A-EA7E61A23C61}"/>
          </ac:spMkLst>
        </pc:spChg>
        <pc:spChg chg="mod">
          <ac:chgData name="GALVIN ADRIEL DARVELL NADAPDAP" userId="d96d2d48-157c-45a3-a63c-c139f3ce19dd" providerId="ADAL" clId="{14940F7F-4453-40AC-943A-C556E3B0742E}" dt="2025-10-08T09:52:31.751" v="7164"/>
          <ac:spMkLst>
            <pc:docMk/>
            <pc:sldMk cId="0" sldId="258"/>
            <ac:spMk id="49" creationId="{E00A5D5D-29D7-A2EB-24D8-620077ABE393}"/>
          </ac:spMkLst>
        </pc:spChg>
        <pc:spChg chg="mod">
          <ac:chgData name="GALVIN ADRIEL DARVELL NADAPDAP" userId="d96d2d48-157c-45a3-a63c-c139f3ce19dd" providerId="ADAL" clId="{14940F7F-4453-40AC-943A-C556E3B0742E}" dt="2025-10-08T09:53:33.022" v="7188"/>
          <ac:spMkLst>
            <pc:docMk/>
            <pc:sldMk cId="0" sldId="258"/>
            <ac:spMk id="54" creationId="{BD40B323-DF11-84BE-E262-D6CB82EAC35A}"/>
          </ac:spMkLst>
        </pc:spChg>
        <pc:spChg chg="mod">
          <ac:chgData name="GALVIN ADRIEL DARVELL NADAPDAP" userId="d96d2d48-157c-45a3-a63c-c139f3ce19dd" providerId="ADAL" clId="{14940F7F-4453-40AC-943A-C556E3B0742E}" dt="2025-10-08T09:53:33.022" v="7188"/>
          <ac:spMkLst>
            <pc:docMk/>
            <pc:sldMk cId="0" sldId="258"/>
            <ac:spMk id="55" creationId="{ABCB62AB-E451-9825-A03A-B4C969BEA7B4}"/>
          </ac:spMkLst>
        </pc:spChg>
        <pc:spChg chg="mod">
          <ac:chgData name="GALVIN ADRIEL DARVELL NADAPDAP" userId="d96d2d48-157c-45a3-a63c-c139f3ce19dd" providerId="ADAL" clId="{14940F7F-4453-40AC-943A-C556E3B0742E}" dt="2025-10-08T09:53:33.022" v="7188"/>
          <ac:spMkLst>
            <pc:docMk/>
            <pc:sldMk cId="0" sldId="258"/>
            <ac:spMk id="56" creationId="{1E6E9039-A7BB-0A3A-7096-AFE9C1F3DECC}"/>
          </ac:spMkLst>
        </pc:spChg>
        <pc:spChg chg="mod">
          <ac:chgData name="GALVIN ADRIEL DARVELL NADAPDAP" userId="d96d2d48-157c-45a3-a63c-c139f3ce19dd" providerId="ADAL" clId="{14940F7F-4453-40AC-943A-C556E3B0742E}" dt="2025-10-08T09:53:33.022" v="7188"/>
          <ac:spMkLst>
            <pc:docMk/>
            <pc:sldMk cId="0" sldId="258"/>
            <ac:spMk id="57" creationId="{57542640-DFFB-48E9-B858-E7A8C024C9A0}"/>
          </ac:spMkLst>
        </pc:spChg>
        <pc:spChg chg="mod">
          <ac:chgData name="GALVIN ADRIEL DARVELL NADAPDAP" userId="d96d2d48-157c-45a3-a63c-c139f3ce19dd" providerId="ADAL" clId="{14940F7F-4453-40AC-943A-C556E3B0742E}" dt="2025-10-08T09:53:33.022" v="7188"/>
          <ac:spMkLst>
            <pc:docMk/>
            <pc:sldMk cId="0" sldId="258"/>
            <ac:spMk id="58" creationId="{5B38863F-A420-F3AA-B695-69201697DE7B}"/>
          </ac:spMkLst>
        </pc:spChg>
        <pc:grpChg chg="add mod ord">
          <ac:chgData name="GALVIN ADRIEL DARVELL NADAPDAP" userId="d96d2d48-157c-45a3-a63c-c139f3ce19dd" providerId="ADAL" clId="{14940F7F-4453-40AC-943A-C556E3B0742E}" dt="2025-10-08T09:52:34.013" v="7165" actId="167"/>
          <ac:grpSpMkLst>
            <pc:docMk/>
            <pc:sldMk cId="0" sldId="258"/>
            <ac:grpSpMk id="2" creationId="{FF80E2D1-C738-51E9-22C4-CEE2F3465E78}"/>
          </ac:grpSpMkLst>
        </pc:grpChg>
        <pc:grpChg chg="mod">
          <ac:chgData name="GALVIN ADRIEL DARVELL NADAPDAP" userId="d96d2d48-157c-45a3-a63c-c139f3ce19dd" providerId="ADAL" clId="{14940F7F-4453-40AC-943A-C556E3B0742E}" dt="2025-10-08T09:03:50.318" v="5674" actId="1038"/>
          <ac:grpSpMkLst>
            <pc:docMk/>
            <pc:sldMk cId="0" sldId="258"/>
            <ac:grpSpMk id="17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8T09:03:50.318" v="5674" actId="1038"/>
          <ac:grpSpMkLst>
            <pc:docMk/>
            <pc:sldMk cId="0" sldId="258"/>
            <ac:grpSpMk id="28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9T13:47:24.627" v="19809" actId="207"/>
          <ac:grpSpMkLst>
            <pc:docMk/>
            <pc:sldMk cId="0" sldId="258"/>
            <ac:grpSpMk id="31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8T09:03:50.318" v="5674" actId="1038"/>
          <ac:grpSpMkLst>
            <pc:docMk/>
            <pc:sldMk cId="0" sldId="258"/>
            <ac:grpSpMk id="34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9T13:47:23.443" v="19806" actId="207"/>
          <ac:grpSpMkLst>
            <pc:docMk/>
            <pc:sldMk cId="0" sldId="258"/>
            <ac:grpSpMk id="37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8T09:52:31.751" v="7164"/>
          <ac:grpSpMkLst>
            <pc:docMk/>
            <pc:sldMk cId="0" sldId="258"/>
            <ac:grpSpMk id="44" creationId="{787578CE-5473-59BA-F31B-4359EEBD9AA8}"/>
          </ac:grpSpMkLst>
        </pc:grpChg>
        <pc:grpChg chg="mod">
          <ac:chgData name="GALVIN ADRIEL DARVELL NADAPDAP" userId="d96d2d48-157c-45a3-a63c-c139f3ce19dd" providerId="ADAL" clId="{14940F7F-4453-40AC-943A-C556E3B0742E}" dt="2025-10-08T09:52:31.751" v="7164"/>
          <ac:grpSpMkLst>
            <pc:docMk/>
            <pc:sldMk cId="0" sldId="258"/>
            <ac:grpSpMk id="45" creationId="{24A37F4B-469F-BC9D-1547-67709DB7F186}"/>
          </ac:grpSpMkLst>
        </pc:grpChg>
        <pc:grpChg chg="add mod">
          <ac:chgData name="GALVIN ADRIEL DARVELL NADAPDAP" userId="d96d2d48-157c-45a3-a63c-c139f3ce19dd" providerId="ADAL" clId="{14940F7F-4453-40AC-943A-C556E3B0742E}" dt="2025-10-08T09:53:33.022" v="7188"/>
          <ac:grpSpMkLst>
            <pc:docMk/>
            <pc:sldMk cId="0" sldId="258"/>
            <ac:grpSpMk id="51" creationId="{CBFCBDD3-65CA-8487-5A28-3C501C435B27}"/>
          </ac:grpSpMkLst>
        </pc:grpChg>
        <pc:grpChg chg="mod">
          <ac:chgData name="GALVIN ADRIEL DARVELL NADAPDAP" userId="d96d2d48-157c-45a3-a63c-c139f3ce19dd" providerId="ADAL" clId="{14940F7F-4453-40AC-943A-C556E3B0742E}" dt="2025-10-08T09:53:33.022" v="7188"/>
          <ac:grpSpMkLst>
            <pc:docMk/>
            <pc:sldMk cId="0" sldId="258"/>
            <ac:grpSpMk id="52" creationId="{35C24E1B-BD8F-5B92-75B5-575D8D7ED058}"/>
          </ac:grpSpMkLst>
        </pc:grpChg>
        <pc:grpChg chg="mod">
          <ac:chgData name="GALVIN ADRIEL DARVELL NADAPDAP" userId="d96d2d48-157c-45a3-a63c-c139f3ce19dd" providerId="ADAL" clId="{14940F7F-4453-40AC-943A-C556E3B0742E}" dt="2025-10-08T09:53:33.022" v="7188"/>
          <ac:grpSpMkLst>
            <pc:docMk/>
            <pc:sldMk cId="0" sldId="258"/>
            <ac:grpSpMk id="53" creationId="{980B3DF9-D55D-EBBF-A150-9267018058EC}"/>
          </ac:grpSpMkLst>
        </pc:grpChg>
        <pc:picChg chg="add mod">
          <ac:chgData name="GALVIN ADRIEL DARVELL NADAPDAP" userId="d96d2d48-157c-45a3-a63c-c139f3ce19dd" providerId="ADAL" clId="{14940F7F-4453-40AC-943A-C556E3B0742E}" dt="2025-10-08T09:52:40.910" v="7166"/>
          <ac:picMkLst>
            <pc:docMk/>
            <pc:sldMk cId="0" sldId="258"/>
            <ac:picMk id="50" creationId="{85893293-8E82-71C6-DF4B-58A793A2F312}"/>
          </ac:picMkLst>
        </pc:picChg>
      </pc:sldChg>
      <pc:sldChg chg="addSp delSp modSp add del mod delAnim modAnim">
        <pc:chgData name="GALVIN ADRIEL DARVELL NADAPDAP" userId="d96d2d48-157c-45a3-a63c-c139f3ce19dd" providerId="ADAL" clId="{14940F7F-4453-40AC-943A-C556E3B0742E}" dt="2025-10-09T14:57:19.877" v="21509" actId="20577"/>
        <pc:sldMkLst>
          <pc:docMk/>
          <pc:sldMk cId="0" sldId="259"/>
        </pc:sldMkLst>
        <pc:spChg chg="add mod">
          <ac:chgData name="GALVIN ADRIEL DARVELL NADAPDAP" userId="d96d2d48-157c-45a3-a63c-c139f3ce19dd" providerId="ADAL" clId="{14940F7F-4453-40AC-943A-C556E3B0742E}" dt="2025-10-09T09:44:21.259" v="15509" actId="1076"/>
          <ac:spMkLst>
            <pc:docMk/>
            <pc:sldMk cId="0" sldId="259"/>
            <ac:spMk id="3" creationId="{1D0E72EC-A0AE-8019-B998-592896D13A3A}"/>
          </ac:spMkLst>
        </pc:spChg>
        <pc:spChg chg="mod">
          <ac:chgData name="GALVIN ADRIEL DARVELL NADAPDAP" userId="d96d2d48-157c-45a3-a63c-c139f3ce19dd" providerId="ADAL" clId="{14940F7F-4453-40AC-943A-C556E3B0742E}" dt="2025-10-09T08:54:33.656" v="15014" actId="207"/>
          <ac:spMkLst>
            <pc:docMk/>
            <pc:sldMk cId="0" sldId="259"/>
            <ac:spMk id="7" creationId="{A15D3557-F8CE-E551-6B26-2D67A66C39F8}"/>
          </ac:spMkLst>
        </pc:spChg>
        <pc:spChg chg="mod">
          <ac:chgData name="GALVIN ADRIEL DARVELL NADAPDAP" userId="d96d2d48-157c-45a3-a63c-c139f3ce19dd" providerId="ADAL" clId="{14940F7F-4453-40AC-943A-C556E3B0742E}" dt="2025-10-09T08:55:26.255" v="15023" actId="207"/>
          <ac:spMkLst>
            <pc:docMk/>
            <pc:sldMk cId="0" sldId="259"/>
            <ac:spMk id="8" creationId="{CB87114C-C363-7BDE-81EA-EBE3D7A301B9}"/>
          </ac:spMkLst>
        </pc:spChg>
        <pc:spChg chg="mod">
          <ac:chgData name="GALVIN ADRIEL DARVELL NADAPDAP" userId="d96d2d48-157c-45a3-a63c-c139f3ce19dd" providerId="ADAL" clId="{14940F7F-4453-40AC-943A-C556E3B0742E}" dt="2025-10-08T09:46:08.838" v="7015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05:41:00.919" v="13610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06:46.046" v="5823" actId="2711"/>
          <ac:spMkLst>
            <pc:docMk/>
            <pc:sldMk cId="0" sldId="259"/>
            <ac:spMk id="20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7T10:17:43.342" v="3056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06:46.046" v="5823" actId="2711"/>
          <ac:spMkLst>
            <pc:docMk/>
            <pc:sldMk cId="0" sldId="259"/>
            <ac:spMk id="23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09:06:46.046" v="5823" actId="2711"/>
          <ac:spMkLst>
            <pc:docMk/>
            <pc:sldMk cId="0" sldId="259"/>
            <ac:spMk id="24" creationId="{00000000-0000-0000-0000-000000000000}"/>
          </ac:spMkLst>
        </pc:spChg>
        <pc:spChg chg="add mod">
          <ac:chgData name="GALVIN ADRIEL DARVELL NADAPDAP" userId="d96d2d48-157c-45a3-a63c-c139f3ce19dd" providerId="ADAL" clId="{14940F7F-4453-40AC-943A-C556E3B0742E}" dt="2025-10-08T13:54:45.907" v="12695" actId="20577"/>
          <ac:spMkLst>
            <pc:docMk/>
            <pc:sldMk cId="0" sldId="259"/>
            <ac:spMk id="25" creationId="{D6A6D598-5053-BC3B-536C-09D249D015A3}"/>
          </ac:spMkLst>
        </pc:spChg>
        <pc:spChg chg="add mod">
          <ac:chgData name="GALVIN ADRIEL DARVELL NADAPDAP" userId="d96d2d48-157c-45a3-a63c-c139f3ce19dd" providerId="ADAL" clId="{14940F7F-4453-40AC-943A-C556E3B0742E}" dt="2025-10-08T10:13:12.746" v="8026"/>
          <ac:spMkLst>
            <pc:docMk/>
            <pc:sldMk cId="0" sldId="259"/>
            <ac:spMk id="26" creationId="{7294614B-05FF-455E-47F5-E623B434722D}"/>
          </ac:spMkLst>
        </pc:spChg>
        <pc:spChg chg="add mod">
          <ac:chgData name="GALVIN ADRIEL DARVELL NADAPDAP" userId="d96d2d48-157c-45a3-a63c-c139f3ce19dd" providerId="ADAL" clId="{14940F7F-4453-40AC-943A-C556E3B0742E}" dt="2025-10-09T08:54:22.177" v="15013" actId="14100"/>
          <ac:spMkLst>
            <pc:docMk/>
            <pc:sldMk cId="0" sldId="259"/>
            <ac:spMk id="28" creationId="{440A3FDD-3391-CB21-EA5A-EBA402A7C50A}"/>
          </ac:spMkLst>
        </pc:spChg>
        <pc:spChg chg="add mod">
          <ac:chgData name="GALVIN ADRIEL DARVELL NADAPDAP" userId="d96d2d48-157c-45a3-a63c-c139f3ce19dd" providerId="ADAL" clId="{14940F7F-4453-40AC-943A-C556E3B0742E}" dt="2025-10-09T09:43:16.059" v="15506" actId="313"/>
          <ac:spMkLst>
            <pc:docMk/>
            <pc:sldMk cId="0" sldId="259"/>
            <ac:spMk id="29" creationId="{A86A4C54-4164-0697-0969-A5C03C1EEA9A}"/>
          </ac:spMkLst>
        </pc:spChg>
        <pc:spChg chg="add mod">
          <ac:chgData name="GALVIN ADRIEL DARVELL NADAPDAP" userId="d96d2d48-157c-45a3-a63c-c139f3ce19dd" providerId="ADAL" clId="{14940F7F-4453-40AC-943A-C556E3B0742E}" dt="2025-10-09T09:30:31.958" v="15295" actId="1076"/>
          <ac:spMkLst>
            <pc:docMk/>
            <pc:sldMk cId="0" sldId="259"/>
            <ac:spMk id="30" creationId="{08458D53-1094-17DE-F3B6-6E3792A2D557}"/>
          </ac:spMkLst>
        </pc:spChg>
        <pc:spChg chg="add mod">
          <ac:chgData name="GALVIN ADRIEL DARVELL NADAPDAP" userId="d96d2d48-157c-45a3-a63c-c139f3ce19dd" providerId="ADAL" clId="{14940F7F-4453-40AC-943A-C556E3B0742E}" dt="2025-10-09T09:52:52.586" v="15791" actId="20577"/>
          <ac:spMkLst>
            <pc:docMk/>
            <pc:sldMk cId="0" sldId="259"/>
            <ac:spMk id="31" creationId="{965959D4-783E-91F7-6368-BDA9263D92BF}"/>
          </ac:spMkLst>
        </pc:spChg>
        <pc:spChg chg="add mod">
          <ac:chgData name="GALVIN ADRIEL DARVELL NADAPDAP" userId="d96d2d48-157c-45a3-a63c-c139f3ce19dd" providerId="ADAL" clId="{14940F7F-4453-40AC-943A-C556E3B0742E}" dt="2025-10-09T05:35:58.466" v="13369" actId="113"/>
          <ac:spMkLst>
            <pc:docMk/>
            <pc:sldMk cId="0" sldId="259"/>
            <ac:spMk id="33" creationId="{5B7D0591-AC86-DA28-C5E3-BB3D21ACA3BF}"/>
          </ac:spMkLst>
        </pc:spChg>
        <pc:spChg chg="add mod">
          <ac:chgData name="GALVIN ADRIEL DARVELL NADAPDAP" userId="d96d2d48-157c-45a3-a63c-c139f3ce19dd" providerId="ADAL" clId="{14940F7F-4453-40AC-943A-C556E3B0742E}" dt="2025-10-09T10:53:15.199" v="17235" actId="1076"/>
          <ac:spMkLst>
            <pc:docMk/>
            <pc:sldMk cId="0" sldId="259"/>
            <ac:spMk id="34" creationId="{C4540856-5070-2620-1346-95AE94C6DE0E}"/>
          </ac:spMkLst>
        </pc:spChg>
        <pc:spChg chg="add mod">
          <ac:chgData name="GALVIN ADRIEL DARVELL NADAPDAP" userId="d96d2d48-157c-45a3-a63c-c139f3ce19dd" providerId="ADAL" clId="{14940F7F-4453-40AC-943A-C556E3B0742E}" dt="2025-10-09T10:53:30.056" v="17261" actId="1035"/>
          <ac:spMkLst>
            <pc:docMk/>
            <pc:sldMk cId="0" sldId="259"/>
            <ac:spMk id="35" creationId="{CAAE2140-552A-DA39-8F53-11B15254080A}"/>
          </ac:spMkLst>
        </pc:spChg>
        <pc:spChg chg="add mod">
          <ac:chgData name="GALVIN ADRIEL DARVELL NADAPDAP" userId="d96d2d48-157c-45a3-a63c-c139f3ce19dd" providerId="ADAL" clId="{14940F7F-4453-40AC-943A-C556E3B0742E}" dt="2025-10-08T13:55:17.475" v="12701" actId="1076"/>
          <ac:spMkLst>
            <pc:docMk/>
            <pc:sldMk cId="0" sldId="259"/>
            <ac:spMk id="36" creationId="{F749F9C8-E7BE-3AF4-9FB4-8EC3F3338105}"/>
          </ac:spMkLst>
        </pc:spChg>
        <pc:spChg chg="add mod">
          <ac:chgData name="GALVIN ADRIEL DARVELL NADAPDAP" userId="d96d2d48-157c-45a3-a63c-c139f3ce19dd" providerId="ADAL" clId="{14940F7F-4453-40AC-943A-C556E3B0742E}" dt="2025-10-08T13:55:17.475" v="12701" actId="1076"/>
          <ac:spMkLst>
            <pc:docMk/>
            <pc:sldMk cId="0" sldId="259"/>
            <ac:spMk id="37" creationId="{68184C8E-383E-4AFA-12BA-69CFA0B74FD0}"/>
          </ac:spMkLst>
        </pc:spChg>
        <pc:spChg chg="add mod">
          <ac:chgData name="GALVIN ADRIEL DARVELL NADAPDAP" userId="d96d2d48-157c-45a3-a63c-c139f3ce19dd" providerId="ADAL" clId="{14940F7F-4453-40AC-943A-C556E3B0742E}" dt="2025-10-08T13:55:17.475" v="12701" actId="1076"/>
          <ac:spMkLst>
            <pc:docMk/>
            <pc:sldMk cId="0" sldId="259"/>
            <ac:spMk id="38" creationId="{97130AA1-50D1-856D-067B-2F24E8A6F59C}"/>
          </ac:spMkLst>
        </pc:spChg>
        <pc:spChg chg="mod">
          <ac:chgData name="GALVIN ADRIEL DARVELL NADAPDAP" userId="d96d2d48-157c-45a3-a63c-c139f3ce19dd" providerId="ADAL" clId="{14940F7F-4453-40AC-943A-C556E3B0742E}" dt="2025-10-08T09:06:46.046" v="5823" actId="2711"/>
          <ac:spMkLst>
            <pc:docMk/>
            <pc:sldMk cId="0" sldId="259"/>
            <ac:spMk id="39" creationId="{00000000-0000-0000-0000-000000000000}"/>
          </ac:spMkLst>
        </pc:spChg>
        <pc:spChg chg="add mod">
          <ac:chgData name="GALVIN ADRIEL DARVELL NADAPDAP" userId="d96d2d48-157c-45a3-a63c-c139f3ce19dd" providerId="ADAL" clId="{14940F7F-4453-40AC-943A-C556E3B0742E}" dt="2025-10-09T10:46:35.467" v="16989" actId="14100"/>
          <ac:spMkLst>
            <pc:docMk/>
            <pc:sldMk cId="0" sldId="259"/>
            <ac:spMk id="40" creationId="{32944C65-7769-3F18-4870-AE6607F53E92}"/>
          </ac:spMkLst>
        </pc:spChg>
        <pc:spChg chg="add mod">
          <ac:chgData name="GALVIN ADRIEL DARVELL NADAPDAP" userId="d96d2d48-157c-45a3-a63c-c139f3ce19dd" providerId="ADAL" clId="{14940F7F-4453-40AC-943A-C556E3B0742E}" dt="2025-10-09T14:57:19.877" v="21509" actId="20577"/>
          <ac:spMkLst>
            <pc:docMk/>
            <pc:sldMk cId="0" sldId="259"/>
            <ac:spMk id="42" creationId="{8261EB63-26FF-73DE-9F88-1FC05F1736E1}"/>
          </ac:spMkLst>
        </pc:spChg>
        <pc:spChg chg="add mod">
          <ac:chgData name="GALVIN ADRIEL DARVELL NADAPDAP" userId="d96d2d48-157c-45a3-a63c-c139f3ce19dd" providerId="ADAL" clId="{14940F7F-4453-40AC-943A-C556E3B0742E}" dt="2025-10-08T13:55:17.475" v="12701" actId="1076"/>
          <ac:spMkLst>
            <pc:docMk/>
            <pc:sldMk cId="0" sldId="259"/>
            <ac:spMk id="43" creationId="{735512C2-75AD-7E43-6075-3CB358908B24}"/>
          </ac:spMkLst>
        </pc:spChg>
        <pc:spChg chg="add mod">
          <ac:chgData name="GALVIN ADRIEL DARVELL NADAPDAP" userId="d96d2d48-157c-45a3-a63c-c139f3ce19dd" providerId="ADAL" clId="{14940F7F-4453-40AC-943A-C556E3B0742E}" dt="2025-10-08T13:55:17.475" v="12701" actId="1076"/>
          <ac:spMkLst>
            <pc:docMk/>
            <pc:sldMk cId="0" sldId="259"/>
            <ac:spMk id="44" creationId="{3A2AB7D6-73A6-6FAB-C8CC-F6DF3486A692}"/>
          </ac:spMkLst>
        </pc:spChg>
        <pc:spChg chg="add mod">
          <ac:chgData name="GALVIN ADRIEL DARVELL NADAPDAP" userId="d96d2d48-157c-45a3-a63c-c139f3ce19dd" providerId="ADAL" clId="{14940F7F-4453-40AC-943A-C556E3B0742E}" dt="2025-10-08T13:55:17.475" v="12701" actId="1076"/>
          <ac:spMkLst>
            <pc:docMk/>
            <pc:sldMk cId="0" sldId="259"/>
            <ac:spMk id="46" creationId="{00866D16-3F67-C8C7-A60B-B13D6BB65BA9}"/>
          </ac:spMkLst>
        </pc:spChg>
        <pc:spChg chg="mod">
          <ac:chgData name="GALVIN ADRIEL DARVELL NADAPDAP" userId="d96d2d48-157c-45a3-a63c-c139f3ce19dd" providerId="ADAL" clId="{14940F7F-4453-40AC-943A-C556E3B0742E}" dt="2025-10-09T09:41:29.072" v="15492"/>
          <ac:spMkLst>
            <pc:docMk/>
            <pc:sldMk cId="0" sldId="259"/>
            <ac:spMk id="47" creationId="{B6CB01F9-3B80-EF3D-5262-70DA3334328C}"/>
          </ac:spMkLst>
        </pc:spChg>
        <pc:spChg chg="mod">
          <ac:chgData name="GALVIN ADRIEL DARVELL NADAPDAP" userId="d96d2d48-157c-45a3-a63c-c139f3ce19dd" providerId="ADAL" clId="{14940F7F-4453-40AC-943A-C556E3B0742E}" dt="2025-10-09T10:47:21.727" v="17033" actId="207"/>
          <ac:spMkLst>
            <pc:docMk/>
            <pc:sldMk cId="0" sldId="259"/>
            <ac:spMk id="48" creationId="{DEF2C1A5-159E-836F-5F7F-1813A80D29B1}"/>
          </ac:spMkLst>
        </pc:spChg>
        <pc:spChg chg="add mod">
          <ac:chgData name="GALVIN ADRIEL DARVELL NADAPDAP" userId="d96d2d48-157c-45a3-a63c-c139f3ce19dd" providerId="ADAL" clId="{14940F7F-4453-40AC-943A-C556E3B0742E}" dt="2025-10-09T09:45:11.922" v="15528"/>
          <ac:spMkLst>
            <pc:docMk/>
            <pc:sldMk cId="0" sldId="259"/>
            <ac:spMk id="50" creationId="{4ABA197D-6D33-991B-992E-A3F46C5245A3}"/>
          </ac:spMkLst>
        </pc:spChg>
        <pc:spChg chg="add del mod">
          <ac:chgData name="GALVIN ADRIEL DARVELL NADAPDAP" userId="d96d2d48-157c-45a3-a63c-c139f3ce19dd" providerId="ADAL" clId="{14940F7F-4453-40AC-943A-C556E3B0742E}" dt="2025-10-09T11:04:50.761" v="17430" actId="164"/>
          <ac:spMkLst>
            <pc:docMk/>
            <pc:sldMk cId="0" sldId="259"/>
            <ac:spMk id="51" creationId="{D3EB4CA4-8939-C782-BBC1-836D96C7CE2B}"/>
          </ac:spMkLst>
        </pc:spChg>
        <pc:spChg chg="add mod">
          <ac:chgData name="GALVIN ADRIEL DARVELL NADAPDAP" userId="d96d2d48-157c-45a3-a63c-c139f3ce19dd" providerId="ADAL" clId="{14940F7F-4453-40AC-943A-C556E3B0742E}" dt="2025-10-07T10:31:27.695" v="3353" actId="1076"/>
          <ac:spMkLst>
            <pc:docMk/>
            <pc:sldMk cId="0" sldId="259"/>
            <ac:spMk id="54" creationId="{405BF859-1388-121E-1DFE-585A43F7C32F}"/>
          </ac:spMkLst>
        </pc:spChg>
        <pc:spChg chg="add mod">
          <ac:chgData name="GALVIN ADRIEL DARVELL NADAPDAP" userId="d96d2d48-157c-45a3-a63c-c139f3ce19dd" providerId="ADAL" clId="{14940F7F-4453-40AC-943A-C556E3B0742E}" dt="2025-10-08T09:06:40.971" v="5822" actId="2711"/>
          <ac:spMkLst>
            <pc:docMk/>
            <pc:sldMk cId="0" sldId="259"/>
            <ac:spMk id="55" creationId="{53D7A873-10BE-ED0E-CFBF-D56DAD765AAD}"/>
          </ac:spMkLst>
        </pc:spChg>
        <pc:spChg chg="add mod">
          <ac:chgData name="GALVIN ADRIEL DARVELL NADAPDAP" userId="d96d2d48-157c-45a3-a63c-c139f3ce19dd" providerId="ADAL" clId="{14940F7F-4453-40AC-943A-C556E3B0742E}" dt="2025-10-09T10:53:30.056" v="17261" actId="1035"/>
          <ac:spMkLst>
            <pc:docMk/>
            <pc:sldMk cId="0" sldId="259"/>
            <ac:spMk id="56" creationId="{5CDB27E3-4625-252E-6000-DE7378B08864}"/>
          </ac:spMkLst>
        </pc:spChg>
        <pc:spChg chg="add mod">
          <ac:chgData name="GALVIN ADRIEL DARVELL NADAPDAP" userId="d96d2d48-157c-45a3-a63c-c139f3ce19dd" providerId="ADAL" clId="{14940F7F-4453-40AC-943A-C556E3B0742E}" dt="2025-10-09T11:04:50.562" v="17429" actId="164"/>
          <ac:spMkLst>
            <pc:docMk/>
            <pc:sldMk cId="0" sldId="259"/>
            <ac:spMk id="57" creationId="{E52C3E22-0DED-C55D-68CC-A2A6EBD5117C}"/>
          </ac:spMkLst>
        </pc:spChg>
        <pc:spChg chg="add mod">
          <ac:chgData name="GALVIN ADRIEL DARVELL NADAPDAP" userId="d96d2d48-157c-45a3-a63c-c139f3ce19dd" providerId="ADAL" clId="{14940F7F-4453-40AC-943A-C556E3B0742E}" dt="2025-10-09T10:53:30.056" v="17261" actId="1035"/>
          <ac:spMkLst>
            <pc:docMk/>
            <pc:sldMk cId="0" sldId="259"/>
            <ac:spMk id="59" creationId="{4070F500-A489-B336-D13A-5EF6995FE1FE}"/>
          </ac:spMkLst>
        </pc:spChg>
        <pc:spChg chg="add mod">
          <ac:chgData name="GALVIN ADRIEL DARVELL NADAPDAP" userId="d96d2d48-157c-45a3-a63c-c139f3ce19dd" providerId="ADAL" clId="{14940F7F-4453-40AC-943A-C556E3B0742E}" dt="2025-10-09T08:35:52.474" v="14860" actId="20577"/>
          <ac:spMkLst>
            <pc:docMk/>
            <pc:sldMk cId="0" sldId="259"/>
            <ac:spMk id="62" creationId="{80FED505-005D-4289-4D53-20EDAFE5D460}"/>
          </ac:spMkLst>
        </pc:spChg>
        <pc:spChg chg="add mod">
          <ac:chgData name="GALVIN ADRIEL DARVELL NADAPDAP" userId="d96d2d48-157c-45a3-a63c-c139f3ce19dd" providerId="ADAL" clId="{14940F7F-4453-40AC-943A-C556E3B0742E}" dt="2025-10-09T11:04:49.864" v="17428" actId="164"/>
          <ac:spMkLst>
            <pc:docMk/>
            <pc:sldMk cId="0" sldId="259"/>
            <ac:spMk id="64" creationId="{A7E01350-08D0-92DC-B33F-51503EE57C7B}"/>
          </ac:spMkLst>
        </pc:spChg>
        <pc:spChg chg="add mod">
          <ac:chgData name="GALVIN ADRIEL DARVELL NADAPDAP" userId="d96d2d48-157c-45a3-a63c-c139f3ce19dd" providerId="ADAL" clId="{14940F7F-4453-40AC-943A-C556E3B0742E}" dt="2025-10-08T12:18:35.569" v="10936" actId="1076"/>
          <ac:spMkLst>
            <pc:docMk/>
            <pc:sldMk cId="0" sldId="259"/>
            <ac:spMk id="65" creationId="{A10116AF-56B6-765E-5B7A-104960A7D288}"/>
          </ac:spMkLst>
        </pc:spChg>
        <pc:spChg chg="add mod">
          <ac:chgData name="GALVIN ADRIEL DARVELL NADAPDAP" userId="d96d2d48-157c-45a3-a63c-c139f3ce19dd" providerId="ADAL" clId="{14940F7F-4453-40AC-943A-C556E3B0742E}" dt="2025-10-08T12:18:06.162" v="10924" actId="1036"/>
          <ac:spMkLst>
            <pc:docMk/>
            <pc:sldMk cId="0" sldId="259"/>
            <ac:spMk id="66" creationId="{D13DEF01-0A75-05DB-64A7-A632B2D40E71}"/>
          </ac:spMkLst>
        </pc:spChg>
        <pc:spChg chg="add mod">
          <ac:chgData name="GALVIN ADRIEL DARVELL NADAPDAP" userId="d96d2d48-157c-45a3-a63c-c139f3ce19dd" providerId="ADAL" clId="{14940F7F-4453-40AC-943A-C556E3B0742E}" dt="2025-10-08T12:18:31.159" v="10935" actId="1076"/>
          <ac:spMkLst>
            <pc:docMk/>
            <pc:sldMk cId="0" sldId="259"/>
            <ac:spMk id="67" creationId="{5F204A32-F2B5-7C55-9EBD-DFE2C1F3DE39}"/>
          </ac:spMkLst>
        </pc:spChg>
        <pc:spChg chg="add mod">
          <ac:chgData name="GALVIN ADRIEL DARVELL NADAPDAP" userId="d96d2d48-157c-45a3-a63c-c139f3ce19dd" providerId="ADAL" clId="{14940F7F-4453-40AC-943A-C556E3B0742E}" dt="2025-10-08T10:12:15.081" v="8010" actId="1036"/>
          <ac:spMkLst>
            <pc:docMk/>
            <pc:sldMk cId="0" sldId="259"/>
            <ac:spMk id="69" creationId="{893AFF7D-CDD9-2B29-D7D8-1B9F64360360}"/>
          </ac:spMkLst>
        </pc:spChg>
        <pc:spChg chg="add mod">
          <ac:chgData name="GALVIN ADRIEL DARVELL NADAPDAP" userId="d96d2d48-157c-45a3-a63c-c139f3ce19dd" providerId="ADAL" clId="{14940F7F-4453-40AC-943A-C556E3B0742E}" dt="2025-10-08T10:12:09.721" v="8008" actId="1036"/>
          <ac:spMkLst>
            <pc:docMk/>
            <pc:sldMk cId="0" sldId="259"/>
            <ac:spMk id="71" creationId="{77AACC52-784D-30EB-A77C-02234AD639AC}"/>
          </ac:spMkLst>
        </pc:spChg>
        <pc:spChg chg="add mod">
          <ac:chgData name="GALVIN ADRIEL DARVELL NADAPDAP" userId="d96d2d48-157c-45a3-a63c-c139f3ce19dd" providerId="ADAL" clId="{14940F7F-4453-40AC-943A-C556E3B0742E}" dt="2025-10-08T09:19:32.175" v="6457" actId="1036"/>
          <ac:spMkLst>
            <pc:docMk/>
            <pc:sldMk cId="0" sldId="259"/>
            <ac:spMk id="72" creationId="{341AC327-9189-7C8C-9B4D-AA0B96A47A18}"/>
          </ac:spMkLst>
        </pc:spChg>
        <pc:spChg chg="add mod">
          <ac:chgData name="GALVIN ADRIEL DARVELL NADAPDAP" userId="d96d2d48-157c-45a3-a63c-c139f3ce19dd" providerId="ADAL" clId="{14940F7F-4453-40AC-943A-C556E3B0742E}" dt="2025-10-09T13:43:35.468" v="19770" actId="14100"/>
          <ac:spMkLst>
            <pc:docMk/>
            <pc:sldMk cId="0" sldId="259"/>
            <ac:spMk id="73" creationId="{31ECAB5B-30EF-5105-C841-DB4DC9698982}"/>
          </ac:spMkLst>
        </pc:spChg>
        <pc:spChg chg="add mod">
          <ac:chgData name="GALVIN ADRIEL DARVELL NADAPDAP" userId="d96d2d48-157c-45a3-a63c-c139f3ce19dd" providerId="ADAL" clId="{14940F7F-4453-40AC-943A-C556E3B0742E}" dt="2025-10-09T11:14:33.171" v="17466" actId="1076"/>
          <ac:spMkLst>
            <pc:docMk/>
            <pc:sldMk cId="0" sldId="259"/>
            <ac:spMk id="75" creationId="{8C16585A-C7E4-2F3C-9A27-920EB9162B75}"/>
          </ac:spMkLst>
        </pc:spChg>
        <pc:spChg chg="add mod">
          <ac:chgData name="GALVIN ADRIEL DARVELL NADAPDAP" userId="d96d2d48-157c-45a3-a63c-c139f3ce19dd" providerId="ADAL" clId="{14940F7F-4453-40AC-943A-C556E3B0742E}" dt="2025-10-08T10:12:09.721" v="8008" actId="1036"/>
          <ac:spMkLst>
            <pc:docMk/>
            <pc:sldMk cId="0" sldId="259"/>
            <ac:spMk id="78" creationId="{530327B7-BAD1-B353-4251-B542320F023A}"/>
          </ac:spMkLst>
        </pc:spChg>
        <pc:spChg chg="mod ord topLvl">
          <ac:chgData name="GALVIN ADRIEL DARVELL NADAPDAP" userId="d96d2d48-157c-45a3-a63c-c139f3ce19dd" providerId="ADAL" clId="{14940F7F-4453-40AC-943A-C556E3B0742E}" dt="2025-10-09T10:35:36.557" v="16334" actId="1076"/>
          <ac:spMkLst>
            <pc:docMk/>
            <pc:sldMk cId="0" sldId="259"/>
            <ac:spMk id="83" creationId="{CA586C91-B12D-F639-F045-6764522D8C8A}"/>
          </ac:spMkLst>
        </pc:spChg>
        <pc:spChg chg="mod topLvl">
          <ac:chgData name="GALVIN ADRIEL DARVELL NADAPDAP" userId="d96d2d48-157c-45a3-a63c-c139f3ce19dd" providerId="ADAL" clId="{14940F7F-4453-40AC-943A-C556E3B0742E}" dt="2025-10-07T10:22:26.096" v="3068" actId="165"/>
          <ac:spMkLst>
            <pc:docMk/>
            <pc:sldMk cId="0" sldId="259"/>
            <ac:spMk id="84" creationId="{6AE32A9D-4CDF-B759-6DE7-B3DC1E40DD96}"/>
          </ac:spMkLst>
        </pc:spChg>
        <pc:spChg chg="mod ord">
          <ac:chgData name="GALVIN ADRIEL DARVELL NADAPDAP" userId="d96d2d48-157c-45a3-a63c-c139f3ce19dd" providerId="ADAL" clId="{14940F7F-4453-40AC-943A-C556E3B0742E}" dt="2025-10-09T09:52:11.991" v="15783" actId="14100"/>
          <ac:spMkLst>
            <pc:docMk/>
            <pc:sldMk cId="0" sldId="259"/>
            <ac:spMk id="85" creationId="{5ABDD069-F430-DECB-C3E7-A09AFCAF218C}"/>
          </ac:spMkLst>
        </pc:spChg>
        <pc:spChg chg="mod">
          <ac:chgData name="GALVIN ADRIEL DARVELL NADAPDAP" userId="d96d2d48-157c-45a3-a63c-c139f3ce19dd" providerId="ADAL" clId="{14940F7F-4453-40AC-943A-C556E3B0742E}" dt="2025-10-08T10:00:02.321" v="7544" actId="1037"/>
          <ac:spMkLst>
            <pc:docMk/>
            <pc:sldMk cId="0" sldId="259"/>
            <ac:spMk id="86" creationId="{58BC29BF-7F70-DD42-C61C-0274DD43DB88}"/>
          </ac:spMkLst>
        </pc:spChg>
        <pc:spChg chg="add mod">
          <ac:chgData name="GALVIN ADRIEL DARVELL NADAPDAP" userId="d96d2d48-157c-45a3-a63c-c139f3ce19dd" providerId="ADAL" clId="{14940F7F-4453-40AC-943A-C556E3B0742E}" dt="2025-10-08T13:58:37.223" v="12748" actId="14100"/>
          <ac:spMkLst>
            <pc:docMk/>
            <pc:sldMk cId="0" sldId="259"/>
            <ac:spMk id="87" creationId="{7DA7A42D-54F5-A043-30F9-E197CE08B1A2}"/>
          </ac:spMkLst>
        </pc:spChg>
        <pc:spChg chg="add mod">
          <ac:chgData name="GALVIN ADRIEL DARVELL NADAPDAP" userId="d96d2d48-157c-45a3-a63c-c139f3ce19dd" providerId="ADAL" clId="{14940F7F-4453-40AC-943A-C556E3B0742E}" dt="2025-10-09T11:04:50.761" v="17430" actId="164"/>
          <ac:spMkLst>
            <pc:docMk/>
            <pc:sldMk cId="0" sldId="259"/>
            <ac:spMk id="102" creationId="{5308AE19-9C72-7F2B-59A1-43AF9BAA3D89}"/>
          </ac:spMkLst>
        </pc:spChg>
        <pc:spChg chg="add mod">
          <ac:chgData name="GALVIN ADRIEL DARVELL NADAPDAP" userId="d96d2d48-157c-45a3-a63c-c139f3ce19dd" providerId="ADAL" clId="{14940F7F-4453-40AC-943A-C556E3B0742E}" dt="2025-10-09T11:04:50.562" v="17429" actId="164"/>
          <ac:spMkLst>
            <pc:docMk/>
            <pc:sldMk cId="0" sldId="259"/>
            <ac:spMk id="103" creationId="{09175606-E5CC-1313-AF55-9DD62E6097E6}"/>
          </ac:spMkLst>
        </pc:spChg>
        <pc:spChg chg="add mod">
          <ac:chgData name="GALVIN ADRIEL DARVELL NADAPDAP" userId="d96d2d48-157c-45a3-a63c-c139f3ce19dd" providerId="ADAL" clId="{14940F7F-4453-40AC-943A-C556E3B0742E}" dt="2025-10-09T11:04:49.864" v="17428" actId="164"/>
          <ac:spMkLst>
            <pc:docMk/>
            <pc:sldMk cId="0" sldId="259"/>
            <ac:spMk id="104" creationId="{A82277D9-8A53-BB56-742F-5F4E4D38284F}"/>
          </ac:spMkLst>
        </pc:spChg>
        <pc:spChg chg="add mod">
          <ac:chgData name="GALVIN ADRIEL DARVELL NADAPDAP" userId="d96d2d48-157c-45a3-a63c-c139f3ce19dd" providerId="ADAL" clId="{14940F7F-4453-40AC-943A-C556E3B0742E}" dt="2025-10-08T12:19:12.122" v="10964" actId="1037"/>
          <ac:spMkLst>
            <pc:docMk/>
            <pc:sldMk cId="0" sldId="259"/>
            <ac:spMk id="105" creationId="{7A796EB9-A650-18AB-14FE-52904C63BD8C}"/>
          </ac:spMkLst>
        </pc:spChg>
        <pc:spChg chg="add mod">
          <ac:chgData name="GALVIN ADRIEL DARVELL NADAPDAP" userId="d96d2d48-157c-45a3-a63c-c139f3ce19dd" providerId="ADAL" clId="{14940F7F-4453-40AC-943A-C556E3B0742E}" dt="2025-10-08T12:19:12.122" v="10964" actId="1037"/>
          <ac:spMkLst>
            <pc:docMk/>
            <pc:sldMk cId="0" sldId="259"/>
            <ac:spMk id="106" creationId="{BBDD013B-D252-E6A7-E6F0-86B6C066AB10}"/>
          </ac:spMkLst>
        </pc:spChg>
        <pc:spChg chg="add mod">
          <ac:chgData name="GALVIN ADRIEL DARVELL NADAPDAP" userId="d96d2d48-157c-45a3-a63c-c139f3ce19dd" providerId="ADAL" clId="{14940F7F-4453-40AC-943A-C556E3B0742E}" dt="2025-10-08T10:07:00.559" v="7891" actId="20577"/>
          <ac:spMkLst>
            <pc:docMk/>
            <pc:sldMk cId="0" sldId="259"/>
            <ac:spMk id="107" creationId="{114E8777-E768-5C1D-43E9-94B32865C3DA}"/>
          </ac:spMkLst>
        </pc:spChg>
        <pc:spChg chg="add mod">
          <ac:chgData name="GALVIN ADRIEL DARVELL NADAPDAP" userId="d96d2d48-157c-45a3-a63c-c139f3ce19dd" providerId="ADAL" clId="{14940F7F-4453-40AC-943A-C556E3B0742E}" dt="2025-10-08T10:00:02.321" v="7544" actId="1037"/>
          <ac:spMkLst>
            <pc:docMk/>
            <pc:sldMk cId="0" sldId="259"/>
            <ac:spMk id="108" creationId="{E3C32C9A-999A-7AA3-B239-C3C220B75F3C}"/>
          </ac:spMkLst>
        </pc:spChg>
        <pc:spChg chg="add mod">
          <ac:chgData name="GALVIN ADRIEL DARVELL NADAPDAP" userId="d96d2d48-157c-45a3-a63c-c139f3ce19dd" providerId="ADAL" clId="{14940F7F-4453-40AC-943A-C556E3B0742E}" dt="2025-10-08T10:00:02.321" v="7544" actId="1037"/>
          <ac:spMkLst>
            <pc:docMk/>
            <pc:sldMk cId="0" sldId="259"/>
            <ac:spMk id="109" creationId="{280F3362-F8AD-88FD-C963-E9101FCEC30B}"/>
          </ac:spMkLst>
        </pc:spChg>
        <pc:spChg chg="add mod">
          <ac:chgData name="GALVIN ADRIEL DARVELL NADAPDAP" userId="d96d2d48-157c-45a3-a63c-c139f3ce19dd" providerId="ADAL" clId="{14940F7F-4453-40AC-943A-C556E3B0742E}" dt="2025-10-08T10:00:02.321" v="7544" actId="1037"/>
          <ac:spMkLst>
            <pc:docMk/>
            <pc:sldMk cId="0" sldId="259"/>
            <ac:spMk id="111" creationId="{2FC45BB4-ED04-9F3A-8BE5-D3952C3E20DA}"/>
          </ac:spMkLst>
        </pc:spChg>
        <pc:spChg chg="add mod">
          <ac:chgData name="GALVIN ADRIEL DARVELL NADAPDAP" userId="d96d2d48-157c-45a3-a63c-c139f3ce19dd" providerId="ADAL" clId="{14940F7F-4453-40AC-943A-C556E3B0742E}" dt="2025-10-08T07:16:25.585" v="4770" actId="20577"/>
          <ac:spMkLst>
            <pc:docMk/>
            <pc:sldMk cId="0" sldId="259"/>
            <ac:spMk id="112" creationId="{4B0AE6DE-5ADC-BFB0-B955-512F5B746180}"/>
          </ac:spMkLst>
        </pc:spChg>
        <pc:spChg chg="add mod">
          <ac:chgData name="GALVIN ADRIEL DARVELL NADAPDAP" userId="d96d2d48-157c-45a3-a63c-c139f3ce19dd" providerId="ADAL" clId="{14940F7F-4453-40AC-943A-C556E3B0742E}" dt="2025-10-08T10:00:02.321" v="7544" actId="1037"/>
          <ac:spMkLst>
            <pc:docMk/>
            <pc:sldMk cId="0" sldId="259"/>
            <ac:spMk id="113" creationId="{B5B56299-A869-16DE-07D9-205DF651BF75}"/>
          </ac:spMkLst>
        </pc:spChg>
        <pc:spChg chg="add mod">
          <ac:chgData name="GALVIN ADRIEL DARVELL NADAPDAP" userId="d96d2d48-157c-45a3-a63c-c139f3ce19dd" providerId="ADAL" clId="{14940F7F-4453-40AC-943A-C556E3B0742E}" dt="2025-10-09T10:53:47.406" v="17267" actId="1076"/>
          <ac:spMkLst>
            <pc:docMk/>
            <pc:sldMk cId="0" sldId="259"/>
            <ac:spMk id="114" creationId="{76C8112B-534C-FB4F-FEB3-D93EB7BF09F6}"/>
          </ac:spMkLst>
        </pc:spChg>
        <pc:spChg chg="add mod">
          <ac:chgData name="GALVIN ADRIEL DARVELL NADAPDAP" userId="d96d2d48-157c-45a3-a63c-c139f3ce19dd" providerId="ADAL" clId="{14940F7F-4453-40AC-943A-C556E3B0742E}" dt="2025-10-08T10:00:02.321" v="7544" actId="1037"/>
          <ac:spMkLst>
            <pc:docMk/>
            <pc:sldMk cId="0" sldId="259"/>
            <ac:spMk id="115" creationId="{660130D1-B2E4-1CCA-E4E7-E94219DD3D50}"/>
          </ac:spMkLst>
        </pc:spChg>
        <pc:spChg chg="add mod">
          <ac:chgData name="GALVIN ADRIEL DARVELL NADAPDAP" userId="d96d2d48-157c-45a3-a63c-c139f3ce19dd" providerId="ADAL" clId="{14940F7F-4453-40AC-943A-C556E3B0742E}" dt="2025-10-08T09:38:07.632" v="6737" actId="1037"/>
          <ac:spMkLst>
            <pc:docMk/>
            <pc:sldMk cId="0" sldId="259"/>
            <ac:spMk id="116" creationId="{D0E512D7-CA2C-BAAE-0B55-1326DCCFC357}"/>
          </ac:spMkLst>
        </pc:spChg>
        <pc:spChg chg="add mod">
          <ac:chgData name="GALVIN ADRIEL DARVELL NADAPDAP" userId="d96d2d48-157c-45a3-a63c-c139f3ce19dd" providerId="ADAL" clId="{14940F7F-4453-40AC-943A-C556E3B0742E}" dt="2025-10-08T13:54:45.907" v="12695" actId="20577"/>
          <ac:spMkLst>
            <pc:docMk/>
            <pc:sldMk cId="0" sldId="259"/>
            <ac:spMk id="117" creationId="{C6FB1B52-6785-DCE8-5C9E-9F98E6B741E5}"/>
          </ac:spMkLst>
        </pc:spChg>
        <pc:spChg chg="add mod">
          <ac:chgData name="GALVIN ADRIEL DARVELL NADAPDAP" userId="d96d2d48-157c-45a3-a63c-c139f3ce19dd" providerId="ADAL" clId="{14940F7F-4453-40AC-943A-C556E3B0742E}" dt="2025-10-08T13:54:45.907" v="12695" actId="20577"/>
          <ac:spMkLst>
            <pc:docMk/>
            <pc:sldMk cId="0" sldId="259"/>
            <ac:spMk id="118" creationId="{6F7BA9B3-9BCD-ECF3-C26C-79B30DC9162A}"/>
          </ac:spMkLst>
        </pc:spChg>
        <pc:spChg chg="add mod">
          <ac:chgData name="GALVIN ADRIEL DARVELL NADAPDAP" userId="d96d2d48-157c-45a3-a63c-c139f3ce19dd" providerId="ADAL" clId="{14940F7F-4453-40AC-943A-C556E3B0742E}" dt="2025-10-08T07:21:39.344" v="4996" actId="1076"/>
          <ac:spMkLst>
            <pc:docMk/>
            <pc:sldMk cId="0" sldId="259"/>
            <ac:spMk id="119" creationId="{1519FED7-553A-269D-FFCD-F9C70F4BFF0F}"/>
          </ac:spMkLst>
        </pc:spChg>
        <pc:spChg chg="add mod">
          <ac:chgData name="GALVIN ADRIEL DARVELL NADAPDAP" userId="d96d2d48-157c-45a3-a63c-c139f3ce19dd" providerId="ADAL" clId="{14940F7F-4453-40AC-943A-C556E3B0742E}" dt="2025-10-08T13:54:45.907" v="12695" actId="20577"/>
          <ac:spMkLst>
            <pc:docMk/>
            <pc:sldMk cId="0" sldId="259"/>
            <ac:spMk id="120" creationId="{4F85E6E5-48C5-C04C-67DE-2EDEE1B47B83}"/>
          </ac:spMkLst>
        </pc:spChg>
        <pc:spChg chg="add mod">
          <ac:chgData name="GALVIN ADRIEL DARVELL NADAPDAP" userId="d96d2d48-157c-45a3-a63c-c139f3ce19dd" providerId="ADAL" clId="{14940F7F-4453-40AC-943A-C556E3B0742E}" dt="2025-10-08T13:54:50.506" v="12697" actId="1076"/>
          <ac:spMkLst>
            <pc:docMk/>
            <pc:sldMk cId="0" sldId="259"/>
            <ac:spMk id="122" creationId="{299E124C-03C2-2278-A794-75F422130B53}"/>
          </ac:spMkLst>
        </pc:spChg>
        <pc:spChg chg="add mod">
          <ac:chgData name="GALVIN ADRIEL DARVELL NADAPDAP" userId="d96d2d48-157c-45a3-a63c-c139f3ce19dd" providerId="ADAL" clId="{14940F7F-4453-40AC-943A-C556E3B0742E}" dt="2025-10-08T10:12:09.721" v="8008" actId="1036"/>
          <ac:spMkLst>
            <pc:docMk/>
            <pc:sldMk cId="0" sldId="259"/>
            <ac:spMk id="123" creationId="{0CED9309-4988-E373-4744-9092CB827F24}"/>
          </ac:spMkLst>
        </pc:spChg>
        <pc:spChg chg="add mod">
          <ac:chgData name="GALVIN ADRIEL DARVELL NADAPDAP" userId="d96d2d48-157c-45a3-a63c-c139f3ce19dd" providerId="ADAL" clId="{14940F7F-4453-40AC-943A-C556E3B0742E}" dt="2025-10-08T12:26:51.071" v="11183" actId="20577"/>
          <ac:spMkLst>
            <pc:docMk/>
            <pc:sldMk cId="0" sldId="259"/>
            <ac:spMk id="124" creationId="{07FCB2ED-44E1-7EAB-9EAF-C2B805EF31F9}"/>
          </ac:spMkLst>
        </pc:spChg>
        <pc:spChg chg="add mod">
          <ac:chgData name="GALVIN ADRIEL DARVELL NADAPDAP" userId="d96d2d48-157c-45a3-a63c-c139f3ce19dd" providerId="ADAL" clId="{14940F7F-4453-40AC-943A-C556E3B0742E}" dt="2025-10-08T10:07:23.305" v="7897" actId="1036"/>
          <ac:spMkLst>
            <pc:docMk/>
            <pc:sldMk cId="0" sldId="259"/>
            <ac:spMk id="125" creationId="{348DB710-7311-9FA3-5041-BB5B9810FE29}"/>
          </ac:spMkLst>
        </pc:spChg>
        <pc:spChg chg="add mod">
          <ac:chgData name="GALVIN ADRIEL DARVELL NADAPDAP" userId="d96d2d48-157c-45a3-a63c-c139f3ce19dd" providerId="ADAL" clId="{14940F7F-4453-40AC-943A-C556E3B0742E}" dt="2025-10-09T10:47:29.449" v="17034" actId="33524"/>
          <ac:spMkLst>
            <pc:docMk/>
            <pc:sldMk cId="0" sldId="259"/>
            <ac:spMk id="126" creationId="{126CBC92-2D57-97BE-ACA4-799CCA5BA96C}"/>
          </ac:spMkLst>
        </pc:spChg>
        <pc:spChg chg="add mod topLvl">
          <ac:chgData name="GALVIN ADRIEL DARVELL NADAPDAP" userId="d96d2d48-157c-45a3-a63c-c139f3ce19dd" providerId="ADAL" clId="{14940F7F-4453-40AC-943A-C556E3B0742E}" dt="2025-10-09T11:00:08.939" v="17376" actId="478"/>
          <ac:spMkLst>
            <pc:docMk/>
            <pc:sldMk cId="0" sldId="259"/>
            <ac:spMk id="127" creationId="{1D279F6B-9BCC-58DF-4BEF-402A4F812C24}"/>
          </ac:spMkLst>
        </pc:spChg>
        <pc:spChg chg="mod">
          <ac:chgData name="GALVIN ADRIEL DARVELL NADAPDAP" userId="d96d2d48-157c-45a3-a63c-c139f3ce19dd" providerId="ADAL" clId="{14940F7F-4453-40AC-943A-C556E3B0742E}" dt="2025-10-09T08:55:08.887" v="15021" actId="207"/>
          <ac:spMkLst>
            <pc:docMk/>
            <pc:sldMk cId="0" sldId="259"/>
            <ac:spMk id="142" creationId="{1F049F28-8D67-2F4E-2424-33BFA2B42ED5}"/>
          </ac:spMkLst>
        </pc:spChg>
        <pc:spChg chg="mod">
          <ac:chgData name="GALVIN ADRIEL DARVELL NADAPDAP" userId="d96d2d48-157c-45a3-a63c-c139f3ce19dd" providerId="ADAL" clId="{14940F7F-4453-40AC-943A-C556E3B0742E}" dt="2025-10-09T08:55:22.732" v="15022" actId="207"/>
          <ac:spMkLst>
            <pc:docMk/>
            <pc:sldMk cId="0" sldId="259"/>
            <ac:spMk id="143" creationId="{EBDAFA6D-CD0D-6F5C-89EC-5D75AD7728E7}"/>
          </ac:spMkLst>
        </pc:spChg>
        <pc:spChg chg="add mod">
          <ac:chgData name="GALVIN ADRIEL DARVELL NADAPDAP" userId="d96d2d48-157c-45a3-a63c-c139f3ce19dd" providerId="ADAL" clId="{14940F7F-4453-40AC-943A-C556E3B0742E}" dt="2025-10-09T08:52:29.722" v="14909" actId="1076"/>
          <ac:spMkLst>
            <pc:docMk/>
            <pc:sldMk cId="0" sldId="259"/>
            <ac:spMk id="150" creationId="{CE0ECD2C-4980-512A-E9D9-134DA29749EC}"/>
          </ac:spMkLst>
        </pc:spChg>
        <pc:spChg chg="add mod">
          <ac:chgData name="GALVIN ADRIEL DARVELL NADAPDAP" userId="d96d2d48-157c-45a3-a63c-c139f3ce19dd" providerId="ADAL" clId="{14940F7F-4453-40AC-943A-C556E3B0742E}" dt="2025-10-09T08:52:26.049" v="14908" actId="1076"/>
          <ac:spMkLst>
            <pc:docMk/>
            <pc:sldMk cId="0" sldId="259"/>
            <ac:spMk id="151" creationId="{4D51896C-A115-D4AB-94FE-9D275D5FF4C4}"/>
          </ac:spMkLst>
        </pc:spChg>
        <pc:spChg chg="add mod">
          <ac:chgData name="GALVIN ADRIEL DARVELL NADAPDAP" userId="d96d2d48-157c-45a3-a63c-c139f3ce19dd" providerId="ADAL" clId="{14940F7F-4453-40AC-943A-C556E3B0742E}" dt="2025-10-09T09:41:33.780" v="15496" actId="1037"/>
          <ac:spMkLst>
            <pc:docMk/>
            <pc:sldMk cId="0" sldId="259"/>
            <ac:spMk id="152" creationId="{11D49B0A-5504-A69B-2235-5E93C2AAFB04}"/>
          </ac:spMkLst>
        </pc:spChg>
        <pc:grpChg chg="add mod">
          <ac:chgData name="GALVIN ADRIEL DARVELL NADAPDAP" userId="d96d2d48-157c-45a3-a63c-c139f3ce19dd" providerId="ADAL" clId="{14940F7F-4453-40AC-943A-C556E3B0742E}" dt="2025-10-09T08:54:52.154" v="15019" actId="255"/>
          <ac:grpSpMkLst>
            <pc:docMk/>
            <pc:sldMk cId="0" sldId="259"/>
            <ac:grpSpMk id="6" creationId="{8E2C20A0-3EB5-C4EA-F94E-2B067003C762}"/>
          </ac:grpSpMkLst>
        </pc:grpChg>
        <pc:grpChg chg="mod">
          <ac:chgData name="GALVIN ADRIEL DARVELL NADAPDAP" userId="d96d2d48-157c-45a3-a63c-c139f3ce19dd" providerId="ADAL" clId="{14940F7F-4453-40AC-943A-C556E3B0742E}" dt="2025-10-09T05:41:09.775" v="13611" actId="14100"/>
          <ac:grpSpMkLst>
            <pc:docMk/>
            <pc:sldMk cId="0" sldId="259"/>
            <ac:grpSpMk id="10" creationId="{00000000-0000-0000-0000-000000000000}"/>
          </ac:grpSpMkLst>
        </pc:grpChg>
        <pc:grpChg chg="mod">
          <ac:chgData name="GALVIN ADRIEL DARVELL NADAPDAP" userId="d96d2d48-157c-45a3-a63c-c139f3ce19dd" providerId="ADAL" clId="{14940F7F-4453-40AC-943A-C556E3B0742E}" dt="2025-10-09T11:12:05.193" v="17453" actId="14100"/>
          <ac:grpSpMkLst>
            <pc:docMk/>
            <pc:sldMk cId="0" sldId="259"/>
            <ac:grpSpMk id="17" creationId="{00000000-0000-0000-0000-000000000000}"/>
          </ac:grpSpMkLst>
        </pc:grpChg>
        <pc:grpChg chg="add mod">
          <ac:chgData name="GALVIN ADRIEL DARVELL NADAPDAP" userId="d96d2d48-157c-45a3-a63c-c139f3ce19dd" providerId="ADAL" clId="{14940F7F-4453-40AC-943A-C556E3B0742E}" dt="2025-10-09T09:41:36.445" v="15501" actId="1038"/>
          <ac:grpSpMkLst>
            <pc:docMk/>
            <pc:sldMk cId="0" sldId="259"/>
            <ac:grpSpMk id="41" creationId="{54E89F02-E0CA-3C43-18A0-9C8DE8A8663A}"/>
          </ac:grpSpMkLst>
        </pc:grpChg>
        <pc:grpChg chg="add mod">
          <ac:chgData name="GALVIN ADRIEL DARVELL NADAPDAP" userId="d96d2d48-157c-45a3-a63c-c139f3ce19dd" providerId="ADAL" clId="{14940F7F-4453-40AC-943A-C556E3B0742E}" dt="2025-10-08T13:54:45.907" v="12695" actId="20577"/>
          <ac:grpSpMkLst>
            <pc:docMk/>
            <pc:sldMk cId="0" sldId="259"/>
            <ac:grpSpMk id="45" creationId="{1E10E44A-4296-7E57-B1A6-2CA65015A020}"/>
          </ac:grpSpMkLst>
        </pc:grpChg>
        <pc:grpChg chg="add mod">
          <ac:chgData name="GALVIN ADRIEL DARVELL NADAPDAP" userId="d96d2d48-157c-45a3-a63c-c139f3ce19dd" providerId="ADAL" clId="{14940F7F-4453-40AC-943A-C556E3B0742E}" dt="2025-10-09T08:55:08.887" v="15021" actId="207"/>
          <ac:grpSpMkLst>
            <pc:docMk/>
            <pc:sldMk cId="0" sldId="259"/>
            <ac:grpSpMk id="141" creationId="{F4A04B95-9429-8523-BBA4-AE2D38C80FAF}"/>
          </ac:grpSpMkLst>
        </pc:grpChg>
        <pc:graphicFrameChg chg="add mod">
          <ac:chgData name="GALVIN ADRIEL DARVELL NADAPDAP" userId="d96d2d48-157c-45a3-a63c-c139f3ce19dd" providerId="ADAL" clId="{14940F7F-4453-40AC-943A-C556E3B0742E}" dt="2025-10-07T10:05:03.058" v="3049"/>
          <ac:graphicFrameMkLst>
            <pc:docMk/>
            <pc:sldMk cId="0" sldId="259"/>
            <ac:graphicFrameMk id="79" creationId="{44C1AA04-5A6B-F99E-0845-E1C95B019B1F}"/>
          </ac:graphicFrameMkLst>
        </pc:graphicFrameChg>
        <pc:graphicFrameChg chg="add mod">
          <ac:chgData name="GALVIN ADRIEL DARVELL NADAPDAP" userId="d96d2d48-157c-45a3-a63c-c139f3ce19dd" providerId="ADAL" clId="{14940F7F-4453-40AC-943A-C556E3B0742E}" dt="2025-10-07T10:05:27.585" v="3051"/>
          <ac:graphicFrameMkLst>
            <pc:docMk/>
            <pc:sldMk cId="0" sldId="259"/>
            <ac:graphicFrameMk id="80" creationId="{F6991819-37B2-6D20-E3F7-C6712AED9353}"/>
          </ac:graphicFrameMkLst>
        </pc:graphicFrameChg>
        <pc:graphicFrameChg chg="add mod modGraphic">
          <ac:chgData name="GALVIN ADRIEL DARVELL NADAPDAP" userId="d96d2d48-157c-45a3-a63c-c139f3ce19dd" providerId="ADAL" clId="{14940F7F-4453-40AC-943A-C556E3B0742E}" dt="2025-10-09T14:17:12.227" v="20768" actId="313"/>
          <ac:graphicFrameMkLst>
            <pc:docMk/>
            <pc:sldMk cId="0" sldId="259"/>
            <ac:graphicFrameMk id="88" creationId="{6E80E0AB-58F1-5391-787F-942D09D02E54}"/>
          </ac:graphicFrameMkLst>
        </pc:graphicFrameChg>
        <pc:picChg chg="add mod modCrop">
          <ac:chgData name="GALVIN ADRIEL DARVELL NADAPDAP" userId="d96d2d48-157c-45a3-a63c-c139f3ce19dd" providerId="ADAL" clId="{14940F7F-4453-40AC-943A-C556E3B0742E}" dt="2025-10-09T13:43:29.227" v="19767" actId="14100"/>
          <ac:picMkLst>
            <pc:docMk/>
            <pc:sldMk cId="0" sldId="259"/>
            <ac:picMk id="68" creationId="{8CB22A90-ADF3-1418-860B-0D4FC00059C5}"/>
          </ac:picMkLst>
        </pc:picChg>
        <pc:picChg chg="add mod">
          <ac:chgData name="GALVIN ADRIEL DARVELL NADAPDAP" userId="d96d2d48-157c-45a3-a63c-c139f3ce19dd" providerId="ADAL" clId="{14940F7F-4453-40AC-943A-C556E3B0742E}" dt="2025-10-08T10:21:03.277" v="8391"/>
          <ac:picMkLst>
            <pc:docMk/>
            <pc:sldMk cId="0" sldId="259"/>
            <ac:picMk id="128" creationId="{1AAC3161-125A-7006-5ED9-8F2C412A2133}"/>
          </ac:picMkLst>
        </pc:picChg>
      </pc:sldChg>
      <pc:sldChg chg="addSp delSp modSp mod addAnim delAnim modAnim">
        <pc:chgData name="GALVIN ADRIEL DARVELL NADAPDAP" userId="d96d2d48-157c-45a3-a63c-c139f3ce19dd" providerId="ADAL" clId="{14940F7F-4453-40AC-943A-C556E3B0742E}" dt="2025-10-09T13:34:42.429" v="19526" actId="1076"/>
        <pc:sldMkLst>
          <pc:docMk/>
          <pc:sldMk cId="0" sldId="260"/>
        </pc:sldMkLst>
        <pc:spChg chg="mod">
          <ac:chgData name="GALVIN ADRIEL DARVELL NADAPDAP" userId="d96d2d48-157c-45a3-a63c-c139f3ce19dd" providerId="ADAL" clId="{14940F7F-4453-40AC-943A-C556E3B0742E}" dt="2025-10-09T07:56:17.100" v="14039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7T09:01:36.812" v="2388" actId="33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07:56:12.380" v="14038" actId="1410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7T09:16:25.413" v="2556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7T09:16:34.774" v="2558" actId="1410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09:39:11.462" v="15440"/>
          <ac:spMkLst>
            <pc:docMk/>
            <pc:sldMk cId="0" sldId="260"/>
            <ac:spMk id="29" creationId="{C228CA5B-D4E7-4619-D06E-F65AC7B79AD8}"/>
          </ac:spMkLst>
        </pc:spChg>
        <pc:spChg chg="mod">
          <ac:chgData name="GALVIN ADRIEL DARVELL NADAPDAP" userId="d96d2d48-157c-45a3-a63c-c139f3ce19dd" providerId="ADAL" clId="{14940F7F-4453-40AC-943A-C556E3B0742E}" dt="2025-10-09T09:39:16.824" v="15443"/>
          <ac:spMkLst>
            <pc:docMk/>
            <pc:sldMk cId="0" sldId="260"/>
            <ac:spMk id="30" creationId="{1C74DBE9-E251-F498-8FF6-913A86AA4911}"/>
          </ac:spMkLst>
        </pc:spChg>
        <pc:spChg chg="mod ord">
          <ac:chgData name="GALVIN ADRIEL DARVELL NADAPDAP" userId="d96d2d48-157c-45a3-a63c-c139f3ce19dd" providerId="ADAL" clId="{14940F7F-4453-40AC-943A-C556E3B0742E}" dt="2025-10-08T09:43:06.767" v="6969" actId="1076"/>
          <ac:spMkLst>
            <pc:docMk/>
            <pc:sldMk cId="0" sldId="260"/>
            <ac:spMk id="32" creationId="{00000000-0000-0000-0000-000000000000}"/>
          </ac:spMkLst>
        </pc:spChg>
        <pc:spChg chg="mod ord">
          <ac:chgData name="GALVIN ADRIEL DARVELL NADAPDAP" userId="d96d2d48-157c-45a3-a63c-c139f3ce19dd" providerId="ADAL" clId="{14940F7F-4453-40AC-943A-C556E3B0742E}" dt="2025-10-08T14:39:00.955" v="13076" actId="1076"/>
          <ac:spMkLst>
            <pc:docMk/>
            <pc:sldMk cId="0" sldId="260"/>
            <ac:spMk id="33" creationId="{00000000-0000-0000-0000-000000000000}"/>
          </ac:spMkLst>
        </pc:spChg>
        <pc:spChg chg="mod ord">
          <ac:chgData name="GALVIN ADRIEL DARVELL NADAPDAP" userId="d96d2d48-157c-45a3-a63c-c139f3ce19dd" providerId="ADAL" clId="{14940F7F-4453-40AC-943A-C556E3B0742E}" dt="2025-10-08T07:28:37.402" v="5231" actId="164"/>
          <ac:spMkLst>
            <pc:docMk/>
            <pc:sldMk cId="0" sldId="260"/>
            <ac:spMk id="34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09:39:47.023" v="15451" actId="207"/>
          <ac:spMkLst>
            <pc:docMk/>
            <pc:sldMk cId="0" sldId="260"/>
            <ac:spMk id="35" creationId="{7F6A371B-F63E-962F-1C59-2FC2F299442A}"/>
          </ac:spMkLst>
        </pc:spChg>
        <pc:spChg chg="mod">
          <ac:chgData name="GALVIN ADRIEL DARVELL NADAPDAP" userId="d96d2d48-157c-45a3-a63c-c139f3ce19dd" providerId="ADAL" clId="{14940F7F-4453-40AC-943A-C556E3B0742E}" dt="2025-10-09T09:39:47.023" v="15451" actId="207"/>
          <ac:spMkLst>
            <pc:docMk/>
            <pc:sldMk cId="0" sldId="260"/>
            <ac:spMk id="36" creationId="{3BA1FCBF-82A8-99FF-9635-BA70B3D9BAD9}"/>
          </ac:spMkLst>
        </pc:spChg>
        <pc:spChg chg="mod">
          <ac:chgData name="GALVIN ADRIEL DARVELL NADAPDAP" userId="d96d2d48-157c-45a3-a63c-c139f3ce19dd" providerId="ADAL" clId="{14940F7F-4453-40AC-943A-C556E3B0742E}" dt="2025-10-09T09:39:04.866" v="15436" actId="207"/>
          <ac:spMkLst>
            <pc:docMk/>
            <pc:sldMk cId="0" sldId="260"/>
            <ac:spMk id="42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09:39:04.866" v="15436" actId="207"/>
          <ac:spMkLst>
            <pc:docMk/>
            <pc:sldMk cId="0" sldId="260"/>
            <ac:spMk id="43" creationId="{00000000-0000-0000-0000-000000000000}"/>
          </ac:spMkLst>
        </pc:spChg>
        <pc:spChg chg="add mod">
          <ac:chgData name="GALVIN ADRIEL DARVELL NADAPDAP" userId="d96d2d48-157c-45a3-a63c-c139f3ce19dd" providerId="ADAL" clId="{14940F7F-4453-40AC-943A-C556E3B0742E}" dt="2025-10-09T09:38:29.195" v="15426" actId="1037"/>
          <ac:spMkLst>
            <pc:docMk/>
            <pc:sldMk cId="0" sldId="260"/>
            <ac:spMk id="52" creationId="{F662EEEA-A1B0-1A76-00A5-33DAC9A887DB}"/>
          </ac:spMkLst>
        </pc:spChg>
        <pc:spChg chg="add mod">
          <ac:chgData name="GALVIN ADRIEL DARVELL NADAPDAP" userId="d96d2d48-157c-45a3-a63c-c139f3ce19dd" providerId="ADAL" clId="{14940F7F-4453-40AC-943A-C556E3B0742E}" dt="2025-10-08T14:34:37.586" v="13039" actId="1076"/>
          <ac:spMkLst>
            <pc:docMk/>
            <pc:sldMk cId="0" sldId="260"/>
            <ac:spMk id="54" creationId="{7C238896-7B37-90B1-6432-1D1CFB971006}"/>
          </ac:spMkLst>
        </pc:spChg>
        <pc:spChg chg="add mod">
          <ac:chgData name="GALVIN ADRIEL DARVELL NADAPDAP" userId="d96d2d48-157c-45a3-a63c-c139f3ce19dd" providerId="ADAL" clId="{14940F7F-4453-40AC-943A-C556E3B0742E}" dt="2025-10-08T14:34:34.946" v="13038" actId="14100"/>
          <ac:spMkLst>
            <pc:docMk/>
            <pc:sldMk cId="0" sldId="260"/>
            <ac:spMk id="55" creationId="{F6AA5B8B-6048-5FBB-2D85-F46BA2A134DC}"/>
          </ac:spMkLst>
        </pc:spChg>
        <pc:spChg chg="add mod">
          <ac:chgData name="GALVIN ADRIEL DARVELL NADAPDAP" userId="d96d2d48-157c-45a3-a63c-c139f3ce19dd" providerId="ADAL" clId="{14940F7F-4453-40AC-943A-C556E3B0742E}" dt="2025-10-08T14:34:28.475" v="13035" actId="1076"/>
          <ac:spMkLst>
            <pc:docMk/>
            <pc:sldMk cId="0" sldId="260"/>
            <ac:spMk id="56" creationId="{67F1E042-0504-D013-79C8-791D7B26FA81}"/>
          </ac:spMkLst>
        </pc:spChg>
        <pc:spChg chg="add mod">
          <ac:chgData name="GALVIN ADRIEL DARVELL NADAPDAP" userId="d96d2d48-157c-45a3-a63c-c139f3ce19dd" providerId="ADAL" clId="{14940F7F-4453-40AC-943A-C556E3B0742E}" dt="2025-10-08T14:39:53.382" v="13086" actId="20577"/>
          <ac:spMkLst>
            <pc:docMk/>
            <pc:sldMk cId="0" sldId="260"/>
            <ac:spMk id="57" creationId="{DFF963B9-DCC5-5287-6857-757B8851E9E9}"/>
          </ac:spMkLst>
        </pc:spChg>
        <pc:spChg chg="add mod">
          <ac:chgData name="GALVIN ADRIEL DARVELL NADAPDAP" userId="d96d2d48-157c-45a3-a63c-c139f3ce19dd" providerId="ADAL" clId="{14940F7F-4453-40AC-943A-C556E3B0742E}" dt="2025-10-08T14:40:14.546" v="13097" actId="1076"/>
          <ac:spMkLst>
            <pc:docMk/>
            <pc:sldMk cId="0" sldId="260"/>
            <ac:spMk id="58" creationId="{5DA208CD-1DDB-6BF1-6876-5CC011D6E0F0}"/>
          </ac:spMkLst>
        </pc:spChg>
        <pc:spChg chg="add mod">
          <ac:chgData name="GALVIN ADRIEL DARVELL NADAPDAP" userId="d96d2d48-157c-45a3-a63c-c139f3ce19dd" providerId="ADAL" clId="{14940F7F-4453-40AC-943A-C556E3B0742E}" dt="2025-10-09T09:36:35.969" v="15359" actId="1076"/>
          <ac:spMkLst>
            <pc:docMk/>
            <pc:sldMk cId="0" sldId="260"/>
            <ac:spMk id="59" creationId="{9F1EB6DB-9304-E3B5-0387-BECFB7807412}"/>
          </ac:spMkLst>
        </pc:spChg>
        <pc:spChg chg="mod">
          <ac:chgData name="GALVIN ADRIEL DARVELL NADAPDAP" userId="d96d2d48-157c-45a3-a63c-c139f3ce19dd" providerId="ADAL" clId="{14940F7F-4453-40AC-943A-C556E3B0742E}" dt="2025-10-09T09:36:20.457" v="15354" actId="1076"/>
          <ac:spMkLst>
            <pc:docMk/>
            <pc:sldMk cId="0" sldId="260"/>
            <ac:spMk id="60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12:37:42.116" v="19401" actId="20577"/>
          <ac:spMkLst>
            <pc:docMk/>
            <pc:sldMk cId="0" sldId="260"/>
            <ac:spMk id="62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47:45.905" v="13264" actId="1076"/>
          <ac:spMkLst>
            <pc:docMk/>
            <pc:sldMk cId="0" sldId="260"/>
            <ac:spMk id="64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47:37.933" v="13262" actId="2711"/>
          <ac:spMkLst>
            <pc:docMk/>
            <pc:sldMk cId="0" sldId="260"/>
            <ac:spMk id="65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47:37.933" v="13262" actId="2711"/>
          <ac:spMkLst>
            <pc:docMk/>
            <pc:sldMk cId="0" sldId="260"/>
            <ac:spMk id="66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09:36:20.457" v="15354" actId="1076"/>
          <ac:spMkLst>
            <pc:docMk/>
            <pc:sldMk cId="0" sldId="260"/>
            <ac:spMk id="67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09:39:08.234" v="15438" actId="1076"/>
          <ac:spMkLst>
            <pc:docMk/>
            <pc:sldMk cId="0" sldId="260"/>
            <ac:spMk id="68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09:36:20.457" v="15354" actId="1076"/>
          <ac:spMkLst>
            <pc:docMk/>
            <pc:sldMk cId="0" sldId="260"/>
            <ac:spMk id="69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9T09:38:29.195" v="15426" actId="1037"/>
          <ac:spMkLst>
            <pc:docMk/>
            <pc:sldMk cId="0" sldId="260"/>
            <ac:spMk id="71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43:40.682" v="13159" actId="20577"/>
          <ac:spMkLst>
            <pc:docMk/>
            <pc:sldMk cId="0" sldId="260"/>
            <ac:spMk id="76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33:17.715" v="13010" actId="1076"/>
          <ac:spMkLst>
            <pc:docMk/>
            <pc:sldMk cId="0" sldId="260"/>
            <ac:spMk id="78" creationId="{00000000-0000-0000-0000-000000000000}"/>
          </ac:spMkLst>
        </pc:spChg>
        <pc:spChg chg="mod">
          <ac:chgData name="GALVIN ADRIEL DARVELL NADAPDAP" userId="d96d2d48-157c-45a3-a63c-c139f3ce19dd" providerId="ADAL" clId="{14940F7F-4453-40AC-943A-C556E3B0742E}" dt="2025-10-08T14:34:31.035" v="13036" actId="1076"/>
          <ac:spMkLst>
            <pc:docMk/>
            <pc:sldMk cId="0" sldId="260"/>
            <ac:spMk id="81" creationId="{00000000-0000-0000-0000-000000000000}"/>
          </ac:spMkLst>
        </pc:spChg>
        <pc:spChg chg="add mod">
          <ac:chgData name="GALVIN ADRIEL DARVELL NADAPDAP" userId="d96d2d48-157c-45a3-a63c-c139f3ce19dd" providerId="ADAL" clId="{14940F7F-4453-40AC-943A-C556E3B0742E}" dt="2025-10-09T09:38:29.195" v="15426" actId="1037"/>
          <ac:spMkLst>
            <pc:docMk/>
            <pc:sldMk cId="0" sldId="260"/>
            <ac:spMk id="87" creationId="{0BE1F54A-29BA-8CF8-962E-AE3B8ACD408B}"/>
          </ac:spMkLst>
        </pc:spChg>
        <pc:spChg chg="add mod">
          <ac:chgData name="GALVIN ADRIEL DARVELL NADAPDAP" userId="d96d2d48-157c-45a3-a63c-c139f3ce19dd" providerId="ADAL" clId="{14940F7F-4453-40AC-943A-C556E3B0742E}" dt="2025-10-09T09:40:34.607" v="15471" actId="1037"/>
          <ac:spMkLst>
            <pc:docMk/>
            <pc:sldMk cId="0" sldId="260"/>
            <ac:spMk id="90" creationId="{A829F888-CEF9-3623-D56A-5D01E057BF84}"/>
          </ac:spMkLst>
        </pc:spChg>
        <pc:spChg chg="add mod ord">
          <ac:chgData name="GALVIN ADRIEL DARVELL NADAPDAP" userId="d96d2d48-157c-45a3-a63c-c139f3ce19dd" providerId="ADAL" clId="{14940F7F-4453-40AC-943A-C556E3B0742E}" dt="2025-10-08T07:28:29.728" v="5225" actId="164"/>
          <ac:spMkLst>
            <pc:docMk/>
            <pc:sldMk cId="0" sldId="260"/>
            <ac:spMk id="91" creationId="{F212C342-EB05-155C-18C0-3103392D35F5}"/>
          </ac:spMkLst>
        </pc:spChg>
        <pc:spChg chg="add del mod ord topLvl">
          <ac:chgData name="GALVIN ADRIEL DARVELL NADAPDAP" userId="d96d2d48-157c-45a3-a63c-c139f3ce19dd" providerId="ADAL" clId="{14940F7F-4453-40AC-943A-C556E3B0742E}" dt="2025-10-09T13:34:31.459" v="19523" actId="1076"/>
          <ac:spMkLst>
            <pc:docMk/>
            <pc:sldMk cId="0" sldId="260"/>
            <ac:spMk id="92" creationId="{99D2788B-531F-57C0-9BD1-00E825FB71F0}"/>
          </ac:spMkLst>
        </pc:spChg>
        <pc:spChg chg="add mod ord">
          <ac:chgData name="GALVIN ADRIEL DARVELL NADAPDAP" userId="d96d2d48-157c-45a3-a63c-c139f3ce19dd" providerId="ADAL" clId="{14940F7F-4453-40AC-943A-C556E3B0742E}" dt="2025-10-08T07:28:31.234" v="5226" actId="164"/>
          <ac:spMkLst>
            <pc:docMk/>
            <pc:sldMk cId="0" sldId="260"/>
            <ac:spMk id="93" creationId="{3F9699EC-8DB1-22AD-64BE-623BEB5B78AD}"/>
          </ac:spMkLst>
        </pc:spChg>
        <pc:spChg chg="add mod ord">
          <ac:chgData name="GALVIN ADRIEL DARVELL NADAPDAP" userId="d96d2d48-157c-45a3-a63c-c139f3ce19dd" providerId="ADAL" clId="{14940F7F-4453-40AC-943A-C556E3B0742E}" dt="2025-10-08T07:28:32.161" v="5227" actId="164"/>
          <ac:spMkLst>
            <pc:docMk/>
            <pc:sldMk cId="0" sldId="260"/>
            <ac:spMk id="94" creationId="{D5B28B33-2FC2-DACA-80E2-0DAA21B444EB}"/>
          </ac:spMkLst>
        </pc:spChg>
        <pc:spChg chg="add mod">
          <ac:chgData name="GALVIN ADRIEL DARVELL NADAPDAP" userId="d96d2d48-157c-45a3-a63c-c139f3ce19dd" providerId="ADAL" clId="{14940F7F-4453-40AC-943A-C556E3B0742E}" dt="2025-10-09T09:40:39.283" v="15475" actId="1037"/>
          <ac:spMkLst>
            <pc:docMk/>
            <pc:sldMk cId="0" sldId="260"/>
            <ac:spMk id="95" creationId="{FCEA2ED8-82CF-398E-EB9D-3C0025650AA7}"/>
          </ac:spMkLst>
        </pc:spChg>
        <pc:spChg chg="add mod">
          <ac:chgData name="GALVIN ADRIEL DARVELL NADAPDAP" userId="d96d2d48-157c-45a3-a63c-c139f3ce19dd" providerId="ADAL" clId="{14940F7F-4453-40AC-943A-C556E3B0742E}" dt="2025-10-09T09:40:34.607" v="15471" actId="1037"/>
          <ac:spMkLst>
            <pc:docMk/>
            <pc:sldMk cId="0" sldId="260"/>
            <ac:spMk id="96" creationId="{EB895C5D-2CC1-809B-A98C-345F8959ACDB}"/>
          </ac:spMkLst>
        </pc:spChg>
        <pc:spChg chg="add mod ord">
          <ac:chgData name="GALVIN ADRIEL DARVELL NADAPDAP" userId="d96d2d48-157c-45a3-a63c-c139f3ce19dd" providerId="ADAL" clId="{14940F7F-4453-40AC-943A-C556E3B0742E}" dt="2025-10-08T07:28:39.040" v="5232" actId="164"/>
          <ac:spMkLst>
            <pc:docMk/>
            <pc:sldMk cId="0" sldId="260"/>
            <ac:spMk id="97" creationId="{83972033-28B3-F9D3-7BC7-7C66F67959B2}"/>
          </ac:spMkLst>
        </pc:spChg>
        <pc:spChg chg="add mod ord">
          <ac:chgData name="GALVIN ADRIEL DARVELL NADAPDAP" userId="d96d2d48-157c-45a3-a63c-c139f3ce19dd" providerId="ADAL" clId="{14940F7F-4453-40AC-943A-C556E3B0742E}" dt="2025-10-08T07:28:37.402" v="5231" actId="164"/>
          <ac:spMkLst>
            <pc:docMk/>
            <pc:sldMk cId="0" sldId="260"/>
            <ac:spMk id="98" creationId="{219B4F03-F684-5A6E-3ED6-EB55AF4B4D28}"/>
          </ac:spMkLst>
        </pc:spChg>
        <pc:spChg chg="add mod ord">
          <ac:chgData name="GALVIN ADRIEL DARVELL NADAPDAP" userId="d96d2d48-157c-45a3-a63c-c139f3ce19dd" providerId="ADAL" clId="{14940F7F-4453-40AC-943A-C556E3B0742E}" dt="2025-10-08T09:43:09.825" v="6971" actId="1076"/>
          <ac:spMkLst>
            <pc:docMk/>
            <pc:sldMk cId="0" sldId="260"/>
            <ac:spMk id="99" creationId="{D5745CCA-5E11-D13D-8EE0-72899F5E9842}"/>
          </ac:spMkLst>
        </pc:spChg>
        <pc:spChg chg="add mod">
          <ac:chgData name="GALVIN ADRIEL DARVELL NADAPDAP" userId="d96d2d48-157c-45a3-a63c-c139f3ce19dd" providerId="ADAL" clId="{14940F7F-4453-40AC-943A-C556E3B0742E}" dt="2025-10-09T09:40:39.283" v="15475" actId="1037"/>
          <ac:spMkLst>
            <pc:docMk/>
            <pc:sldMk cId="0" sldId="260"/>
            <ac:spMk id="101" creationId="{E209242D-8F69-B468-40F7-A30AB7BBCFEB}"/>
          </ac:spMkLst>
        </pc:spChg>
        <pc:spChg chg="add mod">
          <ac:chgData name="GALVIN ADRIEL DARVELL NADAPDAP" userId="d96d2d48-157c-45a3-a63c-c139f3ce19dd" providerId="ADAL" clId="{14940F7F-4453-40AC-943A-C556E3B0742E}" dt="2025-10-09T09:40:44.043" v="15482" actId="1038"/>
          <ac:spMkLst>
            <pc:docMk/>
            <pc:sldMk cId="0" sldId="260"/>
            <ac:spMk id="102" creationId="{D2200B94-4394-4EA5-08E2-C4164C044446}"/>
          </ac:spMkLst>
        </pc:spChg>
        <pc:spChg chg="add mod">
          <ac:chgData name="GALVIN ADRIEL DARVELL NADAPDAP" userId="d96d2d48-157c-45a3-a63c-c139f3ce19dd" providerId="ADAL" clId="{14940F7F-4453-40AC-943A-C556E3B0742E}" dt="2025-10-09T09:40:44.043" v="15482" actId="1038"/>
          <ac:spMkLst>
            <pc:docMk/>
            <pc:sldMk cId="0" sldId="260"/>
            <ac:spMk id="103" creationId="{B450CBA6-3BB2-8DD4-80AF-60A8D3F7129F}"/>
          </ac:spMkLst>
        </pc:spChg>
        <pc:spChg chg="add mod">
          <ac:chgData name="GALVIN ADRIEL DARVELL NADAPDAP" userId="d96d2d48-157c-45a3-a63c-c139f3ce19dd" providerId="ADAL" clId="{14940F7F-4453-40AC-943A-C556E3B0742E}" dt="2025-10-09T09:40:31.116" v="15470" actId="1037"/>
          <ac:spMkLst>
            <pc:docMk/>
            <pc:sldMk cId="0" sldId="260"/>
            <ac:spMk id="104" creationId="{B75A541A-1106-2567-29E0-883C8A3BC17F}"/>
          </ac:spMkLst>
        </pc:spChg>
        <pc:spChg chg="add mod">
          <ac:chgData name="GALVIN ADRIEL DARVELL NADAPDAP" userId="d96d2d48-157c-45a3-a63c-c139f3ce19dd" providerId="ADAL" clId="{14940F7F-4453-40AC-943A-C556E3B0742E}" dt="2025-10-09T09:40:28.573" v="15466" actId="1037"/>
          <ac:spMkLst>
            <pc:docMk/>
            <pc:sldMk cId="0" sldId="260"/>
            <ac:spMk id="105" creationId="{0D588CA0-C957-AB96-297D-75CBDFE3C713}"/>
          </ac:spMkLst>
        </pc:spChg>
        <pc:spChg chg="add mod">
          <ac:chgData name="GALVIN ADRIEL DARVELL NADAPDAP" userId="d96d2d48-157c-45a3-a63c-c139f3ce19dd" providerId="ADAL" clId="{14940F7F-4453-40AC-943A-C556E3B0742E}" dt="2025-10-09T09:40:25.827" v="15465" actId="1076"/>
          <ac:spMkLst>
            <pc:docMk/>
            <pc:sldMk cId="0" sldId="260"/>
            <ac:spMk id="108" creationId="{099ED9E7-258E-9990-3176-C9A0BB64AE65}"/>
          </ac:spMkLst>
        </pc:spChg>
        <pc:grpChg chg="add del mod">
          <ac:chgData name="GALVIN ADRIEL DARVELL NADAPDAP" userId="d96d2d48-157c-45a3-a63c-c139f3ce19dd" providerId="ADAL" clId="{14940F7F-4453-40AC-943A-C556E3B0742E}" dt="2025-10-09T13:34:42.429" v="19526" actId="1076"/>
          <ac:grpSpMkLst>
            <pc:docMk/>
            <pc:sldMk cId="0" sldId="260"/>
            <ac:grpSpMk id="2" creationId="{9B9DB253-8217-32D0-74F1-683960A460C9}"/>
          </ac:grpSpMkLst>
        </pc:grpChg>
        <pc:grpChg chg="add mod">
          <ac:chgData name="GALVIN ADRIEL DARVELL NADAPDAP" userId="d96d2d48-157c-45a3-a63c-c139f3ce19dd" providerId="ADAL" clId="{14940F7F-4453-40AC-943A-C556E3B0742E}" dt="2025-10-08T14:34:17.845" v="13032" actId="14100"/>
          <ac:grpSpMkLst>
            <pc:docMk/>
            <pc:sldMk cId="0" sldId="260"/>
            <ac:grpSpMk id="3" creationId="{CD4C2459-98FB-1B52-C5A5-CA34A8C54246}"/>
          </ac:grpSpMkLst>
        </pc:grpChg>
        <pc:grpChg chg="add mod">
          <ac:chgData name="GALVIN ADRIEL DARVELL NADAPDAP" userId="d96d2d48-157c-45a3-a63c-c139f3ce19dd" providerId="ADAL" clId="{14940F7F-4453-40AC-943A-C556E3B0742E}" dt="2025-10-08T14:34:19.626" v="13033" actId="14100"/>
          <ac:grpSpMkLst>
            <pc:docMk/>
            <pc:sldMk cId="0" sldId="260"/>
            <ac:grpSpMk id="4" creationId="{D86615F0-7569-8639-E041-5E77F126B617}"/>
          </ac:grpSpMkLst>
        </pc:grpChg>
        <pc:grpChg chg="add mod">
          <ac:chgData name="GALVIN ADRIEL DARVELL NADAPDAP" userId="d96d2d48-157c-45a3-a63c-c139f3ce19dd" providerId="ADAL" clId="{14940F7F-4453-40AC-943A-C556E3B0742E}" dt="2025-10-08T14:34:22.234" v="13034" actId="14100"/>
          <ac:grpSpMkLst>
            <pc:docMk/>
            <pc:sldMk cId="0" sldId="260"/>
            <ac:grpSpMk id="5" creationId="{49A69C84-9A0F-002D-CEE5-CA676CD99293}"/>
          </ac:grpSpMkLst>
        </pc:grpChg>
        <pc:grpChg chg="add mod">
          <ac:chgData name="GALVIN ADRIEL DARVELL NADAPDAP" userId="d96d2d48-157c-45a3-a63c-c139f3ce19dd" providerId="ADAL" clId="{14940F7F-4453-40AC-943A-C556E3B0742E}" dt="2025-10-09T09:39:54.381" v="15452" actId="14100"/>
          <ac:grpSpMkLst>
            <pc:docMk/>
            <pc:sldMk cId="0" sldId="260"/>
            <ac:grpSpMk id="6" creationId="{9D347F37-407F-118E-13B0-E87FD24F3137}"/>
          </ac:grpSpMkLst>
        </pc:grpChg>
        <pc:grpChg chg="add mod">
          <ac:chgData name="GALVIN ADRIEL DARVELL NADAPDAP" userId="d96d2d48-157c-45a3-a63c-c139f3ce19dd" providerId="ADAL" clId="{14940F7F-4453-40AC-943A-C556E3B0742E}" dt="2025-10-09T09:40:17.976" v="15462" actId="14100"/>
          <ac:grpSpMkLst>
            <pc:docMk/>
            <pc:sldMk cId="0" sldId="260"/>
            <ac:grpSpMk id="7" creationId="{EAAEC7BB-A0E9-5D7C-2608-E52BD46175AB}"/>
          </ac:grpSpMkLst>
        </pc:grpChg>
        <pc:grpChg chg="add mod">
          <ac:chgData name="GALVIN ADRIEL DARVELL NADAPDAP" userId="d96d2d48-157c-45a3-a63c-c139f3ce19dd" providerId="ADAL" clId="{14940F7F-4453-40AC-943A-C556E3B0742E}" dt="2025-10-09T09:40:11.203" v="15460" actId="14100"/>
          <ac:grpSpMkLst>
            <pc:docMk/>
            <pc:sldMk cId="0" sldId="260"/>
            <ac:grpSpMk id="8" creationId="{F0A56EE8-F842-F3CB-8C1A-2B1B9395806C}"/>
          </ac:grpSpMkLst>
        </pc:grpChg>
        <pc:grpChg chg="mod">
          <ac:chgData name="GALVIN ADRIEL DARVELL NADAPDAP" userId="d96d2d48-157c-45a3-a63c-c139f3ce19dd" providerId="ADAL" clId="{14940F7F-4453-40AC-943A-C556E3B0742E}" dt="2025-10-09T07:56:09.192" v="14037" actId="14100"/>
          <ac:grpSpMkLst>
            <pc:docMk/>
            <pc:sldMk cId="0" sldId="260"/>
            <ac:grpSpMk id="10" creationId="{00000000-0000-0000-0000-000000000000}"/>
          </ac:grpSpMkLst>
        </pc:grpChg>
        <pc:grpChg chg="add mod">
          <ac:chgData name="GALVIN ADRIEL DARVELL NADAPDAP" userId="d96d2d48-157c-45a3-a63c-c139f3ce19dd" providerId="ADAL" clId="{14940F7F-4453-40AC-943A-C556E3B0742E}" dt="2025-10-09T09:39:14.725" v="15441" actId="1076"/>
          <ac:grpSpMkLst>
            <pc:docMk/>
            <pc:sldMk cId="0" sldId="260"/>
            <ac:grpSpMk id="28" creationId="{F26D5CA2-9E02-01A9-BCBE-1E35CA5A4ABF}"/>
          </ac:grpSpMkLst>
        </pc:grpChg>
        <pc:grpChg chg="add mod">
          <ac:chgData name="GALVIN ADRIEL DARVELL NADAPDAP" userId="d96d2d48-157c-45a3-a63c-c139f3ce19dd" providerId="ADAL" clId="{14940F7F-4453-40AC-943A-C556E3B0742E}" dt="2025-10-09T09:39:47.023" v="15451" actId="207"/>
          <ac:grpSpMkLst>
            <pc:docMk/>
            <pc:sldMk cId="0" sldId="260"/>
            <ac:grpSpMk id="31" creationId="{F6E77517-19A5-7677-D4CA-7A96E79C643E}"/>
          </ac:grpSpMkLst>
        </pc:grpChg>
        <pc:grpChg chg="mod">
          <ac:chgData name="GALVIN ADRIEL DARVELL NADAPDAP" userId="d96d2d48-157c-45a3-a63c-c139f3ce19dd" providerId="ADAL" clId="{14940F7F-4453-40AC-943A-C556E3B0742E}" dt="2025-10-09T09:39:04.866" v="15436" actId="207"/>
          <ac:grpSpMkLst>
            <pc:docMk/>
            <pc:sldMk cId="0" sldId="260"/>
            <ac:grpSpMk id="41" creationId="{00000000-0000-0000-0000-000000000000}"/>
          </ac:grpSpMkLst>
        </pc:grpChg>
        <pc:picChg chg="add mod">
          <ac:chgData name="GALVIN ADRIEL DARVELL NADAPDAP" userId="d96d2d48-157c-45a3-a63c-c139f3ce19dd" providerId="ADAL" clId="{14940F7F-4453-40AC-943A-C556E3B0742E}" dt="2025-10-09T07:56:00.512" v="14033" actId="1036"/>
          <ac:picMkLst>
            <pc:docMk/>
            <pc:sldMk cId="0" sldId="260"/>
            <ac:picMk id="9" creationId="{EC33B19F-8A15-0D3C-2412-8DF67494B379}"/>
          </ac:picMkLst>
        </pc:picChg>
        <pc:picChg chg="add del mod topLvl modCrop">
          <ac:chgData name="GALVIN ADRIEL DARVELL NADAPDAP" userId="d96d2d48-157c-45a3-a63c-c139f3ce19dd" providerId="ADAL" clId="{14940F7F-4453-40AC-943A-C556E3B0742E}" dt="2025-10-09T13:34:28.717" v="19521" actId="21"/>
          <ac:picMkLst>
            <pc:docMk/>
            <pc:sldMk cId="0" sldId="260"/>
            <ac:picMk id="111" creationId="{F6057C00-D4B3-A0C3-DD17-E6B8A0741EEE}"/>
          </ac:picMkLst>
        </pc:picChg>
        <pc:picChg chg="add mod modCrop">
          <ac:chgData name="GALVIN ADRIEL DARVELL NADAPDAP" userId="d96d2d48-157c-45a3-a63c-c139f3ce19dd" providerId="ADAL" clId="{14940F7F-4453-40AC-943A-C556E3B0742E}" dt="2025-10-08T07:28:31.234" v="5226" actId="164"/>
          <ac:picMkLst>
            <pc:docMk/>
            <pc:sldMk cId="0" sldId="260"/>
            <ac:picMk id="113" creationId="{964C3844-6286-1EE0-67D4-B830CD6FA915}"/>
          </ac:picMkLst>
        </pc:picChg>
        <pc:picChg chg="add mod modCrop">
          <ac:chgData name="GALVIN ADRIEL DARVELL NADAPDAP" userId="d96d2d48-157c-45a3-a63c-c139f3ce19dd" providerId="ADAL" clId="{14940F7F-4453-40AC-943A-C556E3B0742E}" dt="2025-10-08T07:28:29.728" v="5225" actId="164"/>
          <ac:picMkLst>
            <pc:docMk/>
            <pc:sldMk cId="0" sldId="260"/>
            <ac:picMk id="115" creationId="{84B36EDA-A2E6-49C7-4129-D3193788219C}"/>
          </ac:picMkLst>
        </pc:picChg>
        <pc:picChg chg="add mod">
          <ac:chgData name="GALVIN ADRIEL DARVELL NADAPDAP" userId="d96d2d48-157c-45a3-a63c-c139f3ce19dd" providerId="ADAL" clId="{14940F7F-4453-40AC-943A-C556E3B0742E}" dt="2025-10-08T07:28:32.161" v="5227" actId="164"/>
          <ac:picMkLst>
            <pc:docMk/>
            <pc:sldMk cId="0" sldId="260"/>
            <ac:picMk id="117" creationId="{A4E7FC26-8D34-76FE-2778-44F65F8B46F9}"/>
          </ac:picMkLst>
        </pc:picChg>
      </pc:sldChg>
      <pc:sldChg chg="addSp delSp modSp mod modAnim">
        <pc:chgData name="GALVIN ADRIEL DARVELL NADAPDAP" userId="d96d2d48-157c-45a3-a63c-c139f3ce19dd" providerId="ADAL" clId="{14940F7F-4453-40AC-943A-C556E3B0742E}" dt="2025-10-09T14:33:36.462" v="21342"/>
        <pc:sldMkLst>
          <pc:docMk/>
          <pc:sldMk cId="0" sldId="261"/>
        </pc:sldMkLst>
        <pc:spChg chg="mod">
          <ac:chgData name="GALVIN ADRIEL DARVELL NADAPDAP" userId="d96d2d48-157c-45a3-a63c-c139f3ce19dd" providerId="ADAL" clId="{14940F7F-4453-40AC-943A-C556E3B0742E}" dt="2025-10-09T14:31:45.077" v="21183"/>
          <ac:spMkLst>
            <pc:docMk/>
            <pc:sldMk cId="0" sldId="261"/>
            <ac:spMk id="19" creationId="{24ED0FF7-FF0F-ED2F-FE1C-360B11D3F473}"/>
          </ac:spMkLst>
        </pc:spChg>
        <pc:spChg chg="mod">
          <ac:chgData name="GALVIN ADRIEL DARVELL NADAPDAP" userId="d96d2d48-157c-45a3-a63c-c139f3ce19dd" providerId="ADAL" clId="{14940F7F-4453-40AC-943A-C556E3B0742E}" dt="2025-10-09T14:32:59.690" v="21277" actId="20577"/>
          <ac:spMkLst>
            <pc:docMk/>
            <pc:sldMk cId="0" sldId="261"/>
            <ac:spMk id="20" creationId="{1B8C8577-1F16-D5A3-A2BE-609241E7950B}"/>
          </ac:spMkLst>
        </pc:spChg>
        <pc:spChg chg="mod">
          <ac:chgData name="GALVIN ADRIEL DARVELL NADAPDAP" userId="d96d2d48-157c-45a3-a63c-c139f3ce19dd" providerId="ADAL" clId="{14940F7F-4453-40AC-943A-C556E3B0742E}" dt="2025-10-09T14:31:55.923" v="21211"/>
          <ac:spMkLst>
            <pc:docMk/>
            <pc:sldMk cId="0" sldId="261"/>
            <ac:spMk id="22" creationId="{D7AA13D3-3791-5997-EEB7-447736E9EE0B}"/>
          </ac:spMkLst>
        </pc:spChg>
        <pc:spChg chg="mod">
          <ac:chgData name="GALVIN ADRIEL DARVELL NADAPDAP" userId="d96d2d48-157c-45a3-a63c-c139f3ce19dd" providerId="ADAL" clId="{14940F7F-4453-40AC-943A-C556E3B0742E}" dt="2025-10-09T14:32:40.762" v="21251" actId="20577"/>
          <ac:spMkLst>
            <pc:docMk/>
            <pc:sldMk cId="0" sldId="261"/>
            <ac:spMk id="23" creationId="{E35BA353-D551-2CD6-BC78-6D0591AD04D7}"/>
          </ac:spMkLst>
        </pc:spChg>
        <pc:spChg chg="mod">
          <ac:chgData name="GALVIN ADRIEL DARVELL NADAPDAP" userId="d96d2d48-157c-45a3-a63c-c139f3ce19dd" providerId="ADAL" clId="{14940F7F-4453-40AC-943A-C556E3B0742E}" dt="2025-10-08T10:48:31.631" v="8993"/>
          <ac:spMkLst>
            <pc:docMk/>
            <pc:sldMk cId="0" sldId="261"/>
            <ac:spMk id="42" creationId="{2A3B53C6-DF72-348B-E4E7-E19806B5E029}"/>
          </ac:spMkLst>
        </pc:spChg>
        <pc:spChg chg="mod">
          <ac:chgData name="GALVIN ADRIEL DARVELL NADAPDAP" userId="d96d2d48-157c-45a3-a63c-c139f3ce19dd" providerId="ADAL" clId="{14940F7F-4453-40AC-943A-C556E3B0742E}" dt="2025-10-08T10:48:31.631" v="8993"/>
          <ac:spMkLst>
            <pc:docMk/>
            <pc:sldMk cId="0" sldId="261"/>
            <ac:spMk id="43" creationId="{03F50770-A485-F739-6BC8-7139026FB9E6}"/>
          </ac:spMkLst>
        </pc:spChg>
        <pc:spChg chg="add mod">
          <ac:chgData name="GALVIN ADRIEL DARVELL NADAPDAP" userId="d96d2d48-157c-45a3-a63c-c139f3ce19dd" providerId="ADAL" clId="{14940F7F-4453-40AC-943A-C556E3B0742E}" dt="2025-10-08T10:48:38.040" v="8995"/>
          <ac:spMkLst>
            <pc:docMk/>
            <pc:sldMk cId="0" sldId="261"/>
            <ac:spMk id="44" creationId="{9E9B570C-E319-E4E0-70B5-2D7E4BC65863}"/>
          </ac:spMkLst>
        </pc:spChg>
        <pc:spChg chg="mod">
          <ac:chgData name="GALVIN ADRIEL DARVELL NADAPDAP" userId="d96d2d48-157c-45a3-a63c-c139f3ce19dd" providerId="ADAL" clId="{14940F7F-4453-40AC-943A-C556E3B0742E}" dt="2025-10-09T14:32:44.554" v="21253"/>
          <ac:spMkLst>
            <pc:docMk/>
            <pc:sldMk cId="0" sldId="261"/>
            <ac:spMk id="45" creationId="{38408291-8052-08A9-F1E7-33509EB61F57}"/>
          </ac:spMkLst>
        </pc:spChg>
        <pc:spChg chg="mod">
          <ac:chgData name="GALVIN ADRIEL DARVELL NADAPDAP" userId="d96d2d48-157c-45a3-a63c-c139f3ce19dd" providerId="ADAL" clId="{14940F7F-4453-40AC-943A-C556E3B0742E}" dt="2025-10-09T14:33:05.128" v="21301" actId="20577"/>
          <ac:spMkLst>
            <pc:docMk/>
            <pc:sldMk cId="0" sldId="261"/>
            <ac:spMk id="46" creationId="{08094E4B-E70F-6D84-614C-DB2A7E85BE44}"/>
          </ac:spMkLst>
        </pc:spChg>
        <pc:spChg chg="mod">
          <ac:chgData name="GALVIN ADRIEL DARVELL NADAPDAP" userId="d96d2d48-157c-45a3-a63c-c139f3ce19dd" providerId="ADAL" clId="{14940F7F-4453-40AC-943A-C556E3B0742E}" dt="2025-10-09T14:33:08.128" v="21302"/>
          <ac:spMkLst>
            <pc:docMk/>
            <pc:sldMk cId="0" sldId="261"/>
            <ac:spMk id="48" creationId="{9B7D32B7-B577-4321-DDB7-69A967AFD62A}"/>
          </ac:spMkLst>
        </pc:spChg>
        <pc:spChg chg="mod">
          <ac:chgData name="GALVIN ADRIEL DARVELL NADAPDAP" userId="d96d2d48-157c-45a3-a63c-c139f3ce19dd" providerId="ADAL" clId="{14940F7F-4453-40AC-943A-C556E3B0742E}" dt="2025-10-09T14:33:15.339" v="21313" actId="20577"/>
          <ac:spMkLst>
            <pc:docMk/>
            <pc:sldMk cId="0" sldId="261"/>
            <ac:spMk id="49" creationId="{5C285AA1-2398-73E7-F8EB-CE44CE2241BE}"/>
          </ac:spMkLst>
        </pc:spChg>
        <pc:spChg chg="add mod">
          <ac:chgData name="GALVIN ADRIEL DARVELL NADAPDAP" userId="d96d2d48-157c-45a3-a63c-c139f3ce19dd" providerId="ADAL" clId="{14940F7F-4453-40AC-943A-C556E3B0742E}" dt="2025-10-09T14:33:27.446" v="21340" actId="20577"/>
          <ac:spMkLst>
            <pc:docMk/>
            <pc:sldMk cId="0" sldId="261"/>
            <ac:spMk id="50" creationId="{982C264A-B12D-2BA5-563D-DC1DF144B83E}"/>
          </ac:spMkLst>
        </pc:spChg>
        <pc:grpChg chg="add mod">
          <ac:chgData name="GALVIN ADRIEL DARVELL NADAPDAP" userId="d96d2d48-157c-45a3-a63c-c139f3ce19dd" providerId="ADAL" clId="{14940F7F-4453-40AC-943A-C556E3B0742E}" dt="2025-10-09T14:31:47.420" v="21184" actId="1076"/>
          <ac:grpSpMkLst>
            <pc:docMk/>
            <pc:sldMk cId="0" sldId="261"/>
            <ac:grpSpMk id="18" creationId="{0F9E6553-7CB2-BF89-436D-15DBE1D7809B}"/>
          </ac:grpSpMkLst>
        </pc:grpChg>
        <pc:grpChg chg="add mod">
          <ac:chgData name="GALVIN ADRIEL DARVELL NADAPDAP" userId="d96d2d48-157c-45a3-a63c-c139f3ce19dd" providerId="ADAL" clId="{14940F7F-4453-40AC-943A-C556E3B0742E}" dt="2025-10-09T14:31:58.984" v="21212" actId="1076"/>
          <ac:grpSpMkLst>
            <pc:docMk/>
            <pc:sldMk cId="0" sldId="261"/>
            <ac:grpSpMk id="21" creationId="{03841FC3-C085-2931-D95F-19D504B77044}"/>
          </ac:grpSpMkLst>
        </pc:grpChg>
        <pc:grpChg chg="add mod">
          <ac:chgData name="GALVIN ADRIEL DARVELL NADAPDAP" userId="d96d2d48-157c-45a3-a63c-c139f3ce19dd" providerId="ADAL" clId="{14940F7F-4453-40AC-943A-C556E3B0742E}" dt="2025-10-09T14:32:47.276" v="21254" actId="1076"/>
          <ac:grpSpMkLst>
            <pc:docMk/>
            <pc:sldMk cId="0" sldId="261"/>
            <ac:grpSpMk id="24" creationId="{8494359F-9026-F901-3DB9-E5E19C333142}"/>
          </ac:grpSpMkLst>
        </pc:grpChg>
        <pc:grpChg chg="mod">
          <ac:chgData name="GALVIN ADRIEL DARVELL NADAPDAP" userId="d96d2d48-157c-45a3-a63c-c139f3ce19dd" providerId="ADAL" clId="{14940F7F-4453-40AC-943A-C556E3B0742E}" dt="2025-10-09T14:32:42.752" v="21252" actId="1036"/>
          <ac:grpSpMkLst>
            <pc:docMk/>
            <pc:sldMk cId="0" sldId="261"/>
            <ac:grpSpMk id="28" creationId="{00000000-0000-0000-0000-000000000000}"/>
          </ac:grpSpMkLst>
        </pc:grpChg>
        <pc:grpChg chg="add mod">
          <ac:chgData name="GALVIN ADRIEL DARVELL NADAPDAP" userId="d96d2d48-157c-45a3-a63c-c139f3ce19dd" providerId="ADAL" clId="{14940F7F-4453-40AC-943A-C556E3B0742E}" dt="2025-10-08T10:48:31.631" v="8993"/>
          <ac:grpSpMkLst>
            <pc:docMk/>
            <pc:sldMk cId="0" sldId="261"/>
            <ac:grpSpMk id="41" creationId="{D474AF74-F3BC-9F6E-F3AE-0C9C913BBAA8}"/>
          </ac:grpSpMkLst>
        </pc:grpChg>
        <pc:grpChg chg="add mod">
          <ac:chgData name="GALVIN ADRIEL DARVELL NADAPDAP" userId="d96d2d48-157c-45a3-a63c-c139f3ce19dd" providerId="ADAL" clId="{14940F7F-4453-40AC-943A-C556E3B0742E}" dt="2025-10-09T14:33:11.307" v="21303" actId="1076"/>
          <ac:grpSpMkLst>
            <pc:docMk/>
            <pc:sldMk cId="0" sldId="261"/>
            <ac:grpSpMk id="47" creationId="{E6D34295-CFC6-C08D-3DD6-FFDFE26AB8B0}"/>
          </ac:grpSpMkLst>
        </pc:grpChg>
        <pc:picChg chg="add mod">
          <ac:chgData name="GALVIN ADRIEL DARVELL NADAPDAP" userId="d96d2d48-157c-45a3-a63c-c139f3ce19dd" providerId="ADAL" clId="{14940F7F-4453-40AC-943A-C556E3B0742E}" dt="2025-10-09T13:50:33.040" v="19834"/>
          <ac:picMkLst>
            <pc:docMk/>
            <pc:sldMk cId="0" sldId="261"/>
            <ac:picMk id="17" creationId="{9AAC6F27-E285-6F4E-878D-4B5CC2DF491D}"/>
          </ac:picMkLst>
        </pc:picChg>
      </pc:sldChg>
      <pc:sldChg chg="addSp delSp modSp add mod ord delAnim modAnim">
        <pc:chgData name="GALVIN ADRIEL DARVELL NADAPDAP" userId="d96d2d48-157c-45a3-a63c-c139f3ce19dd" providerId="ADAL" clId="{14940F7F-4453-40AC-943A-C556E3B0742E}" dt="2025-10-09T14:48:12.868" v="21507" actId="20577"/>
        <pc:sldMkLst>
          <pc:docMk/>
          <pc:sldMk cId="2700987261" sldId="263"/>
        </pc:sldMkLst>
        <pc:spChg chg="mod">
          <ac:chgData name="GALVIN ADRIEL DARVELL NADAPDAP" userId="d96d2d48-157c-45a3-a63c-c139f3ce19dd" providerId="ADAL" clId="{14940F7F-4453-40AC-943A-C556E3B0742E}" dt="2025-10-07T10:30:25.272" v="3339" actId="14100"/>
          <ac:spMkLst>
            <pc:docMk/>
            <pc:sldMk cId="2700987261" sldId="263"/>
            <ac:spMk id="5" creationId="{94C74849-8017-5C2F-20BC-B78FBE7FFF32}"/>
          </ac:spMkLst>
        </pc:spChg>
        <pc:spChg chg="add mod">
          <ac:chgData name="GALVIN ADRIEL DARVELL NADAPDAP" userId="d96d2d48-157c-45a3-a63c-c139f3ce19dd" providerId="ADAL" clId="{14940F7F-4453-40AC-943A-C556E3B0742E}" dt="2025-10-09T11:51:15.324" v="17904" actId="1076"/>
          <ac:spMkLst>
            <pc:docMk/>
            <pc:sldMk cId="2700987261" sldId="263"/>
            <ac:spMk id="10" creationId="{64CDAB85-43CA-7624-2177-591CAB89C6E4}"/>
          </ac:spMkLst>
        </pc:spChg>
        <pc:spChg chg="add mod">
          <ac:chgData name="GALVIN ADRIEL DARVELL NADAPDAP" userId="d96d2d48-157c-45a3-a63c-c139f3ce19dd" providerId="ADAL" clId="{14940F7F-4453-40AC-943A-C556E3B0742E}" dt="2025-10-09T13:45:43.074" v="19784" actId="164"/>
          <ac:spMkLst>
            <pc:docMk/>
            <pc:sldMk cId="2700987261" sldId="263"/>
            <ac:spMk id="13" creationId="{C94D9983-28A0-80CF-0A7E-0271178EE357}"/>
          </ac:spMkLst>
        </pc:spChg>
        <pc:spChg chg="add mod">
          <ac:chgData name="GALVIN ADRIEL DARVELL NADAPDAP" userId="d96d2d48-157c-45a3-a63c-c139f3ce19dd" providerId="ADAL" clId="{14940F7F-4453-40AC-943A-C556E3B0742E}" dt="2025-10-09T11:51:15.324" v="17904" actId="1076"/>
          <ac:spMkLst>
            <pc:docMk/>
            <pc:sldMk cId="2700987261" sldId="263"/>
            <ac:spMk id="14" creationId="{726857D6-7DF9-835C-D2D4-5907DD56D55A}"/>
          </ac:spMkLst>
        </pc:spChg>
        <pc:spChg chg="add mod">
          <ac:chgData name="GALVIN ADRIEL DARVELL NADAPDAP" userId="d96d2d48-157c-45a3-a63c-c139f3ce19dd" providerId="ADAL" clId="{14940F7F-4453-40AC-943A-C556E3B0742E}" dt="2025-10-09T11:51:15.324" v="17904" actId="1076"/>
          <ac:spMkLst>
            <pc:docMk/>
            <pc:sldMk cId="2700987261" sldId="263"/>
            <ac:spMk id="15" creationId="{42B6AA45-4836-DC00-01E8-CC2A9E70D854}"/>
          </ac:spMkLst>
        </pc:spChg>
        <pc:spChg chg="add mod">
          <ac:chgData name="GALVIN ADRIEL DARVELL NADAPDAP" userId="d96d2d48-157c-45a3-a63c-c139f3ce19dd" providerId="ADAL" clId="{14940F7F-4453-40AC-943A-C556E3B0742E}" dt="2025-10-09T11:51:15.324" v="17904" actId="1076"/>
          <ac:spMkLst>
            <pc:docMk/>
            <pc:sldMk cId="2700987261" sldId="263"/>
            <ac:spMk id="16" creationId="{E4318C83-3A27-F687-D9E0-47B2ABFB32AA}"/>
          </ac:spMkLst>
        </pc:spChg>
        <pc:spChg chg="mod">
          <ac:chgData name="GALVIN ADRIEL DARVELL NADAPDAP" userId="d96d2d48-157c-45a3-a63c-c139f3ce19dd" providerId="ADAL" clId="{14940F7F-4453-40AC-943A-C556E3B0742E}" dt="2025-10-09T12:14:32.737" v="18748" actId="2711"/>
          <ac:spMkLst>
            <pc:docMk/>
            <pc:sldMk cId="2700987261" sldId="263"/>
            <ac:spMk id="19" creationId="{DBCD6DFF-1F99-777F-F885-3B0AF4DDE725}"/>
          </ac:spMkLst>
        </pc:spChg>
        <pc:spChg chg="mod">
          <ac:chgData name="GALVIN ADRIEL DARVELL NADAPDAP" userId="d96d2d48-157c-45a3-a63c-c139f3ce19dd" providerId="ADAL" clId="{14940F7F-4453-40AC-943A-C556E3B0742E}" dt="2025-10-09T11:12:59.334" v="17458" actId="14100"/>
          <ac:spMkLst>
            <pc:docMk/>
            <pc:sldMk cId="2700987261" sldId="263"/>
            <ac:spMk id="22" creationId="{A7F631E6-79CC-12B7-0554-4FD1381C6BF1}"/>
          </ac:spMkLst>
        </pc:spChg>
        <pc:spChg chg="mod">
          <ac:chgData name="GALVIN ADRIEL DARVELL NADAPDAP" userId="d96d2d48-157c-45a3-a63c-c139f3ce19dd" providerId="ADAL" clId="{14940F7F-4453-40AC-943A-C556E3B0742E}" dt="2025-10-09T12:14:32.737" v="18748" actId="2711"/>
          <ac:spMkLst>
            <pc:docMk/>
            <pc:sldMk cId="2700987261" sldId="263"/>
            <ac:spMk id="24" creationId="{0A959DDC-1523-53A1-F03A-BDB98FB1C648}"/>
          </ac:spMkLst>
        </pc:spChg>
        <pc:spChg chg="mod">
          <ac:chgData name="GALVIN ADRIEL DARVELL NADAPDAP" userId="d96d2d48-157c-45a3-a63c-c139f3ce19dd" providerId="ADAL" clId="{14940F7F-4453-40AC-943A-C556E3B0742E}" dt="2025-10-09T14:00:01.262" v="20180" actId="404"/>
          <ac:spMkLst>
            <pc:docMk/>
            <pc:sldMk cId="2700987261" sldId="263"/>
            <ac:spMk id="34" creationId="{901DCF66-229A-1EE8-2E3C-BB7E2E222458}"/>
          </ac:spMkLst>
        </pc:spChg>
        <pc:spChg chg="mod">
          <ac:chgData name="GALVIN ADRIEL DARVELL NADAPDAP" userId="d96d2d48-157c-45a3-a63c-c139f3ce19dd" providerId="ADAL" clId="{14940F7F-4453-40AC-943A-C556E3B0742E}" dt="2025-10-09T14:00:01.262" v="20180" actId="404"/>
          <ac:spMkLst>
            <pc:docMk/>
            <pc:sldMk cId="2700987261" sldId="263"/>
            <ac:spMk id="35" creationId="{6C44784F-0A3E-848D-DC70-49FBBF9F41A1}"/>
          </ac:spMkLst>
        </pc:spChg>
        <pc:spChg chg="mod">
          <ac:chgData name="GALVIN ADRIEL DARVELL NADAPDAP" userId="d96d2d48-157c-45a3-a63c-c139f3ce19dd" providerId="ADAL" clId="{14940F7F-4453-40AC-943A-C556E3B0742E}" dt="2025-10-09T11:56:02.244" v="18118" actId="20577"/>
          <ac:spMkLst>
            <pc:docMk/>
            <pc:sldMk cId="2700987261" sldId="263"/>
            <ac:spMk id="44" creationId="{019010FD-3999-7D2E-605B-9609D6206753}"/>
          </ac:spMkLst>
        </pc:spChg>
        <pc:spChg chg="mod">
          <ac:chgData name="GALVIN ADRIEL DARVELL NADAPDAP" userId="d96d2d48-157c-45a3-a63c-c139f3ce19dd" providerId="ADAL" clId="{14940F7F-4453-40AC-943A-C556E3B0742E}" dt="2025-10-09T12:14:32.737" v="18748" actId="2711"/>
          <ac:spMkLst>
            <pc:docMk/>
            <pc:sldMk cId="2700987261" sldId="263"/>
            <ac:spMk id="45" creationId="{43415612-3C18-5F28-D2D6-21E8783B1B09}"/>
          </ac:spMkLst>
        </pc:spChg>
        <pc:spChg chg="mod">
          <ac:chgData name="GALVIN ADRIEL DARVELL NADAPDAP" userId="d96d2d48-157c-45a3-a63c-c139f3ce19dd" providerId="ADAL" clId="{14940F7F-4453-40AC-943A-C556E3B0742E}" dt="2025-10-09T11:51:15.324" v="17904" actId="1076"/>
          <ac:spMkLst>
            <pc:docMk/>
            <pc:sldMk cId="2700987261" sldId="263"/>
            <ac:spMk id="46" creationId="{4D5586BD-2664-7CBA-810A-720A4AE4CB10}"/>
          </ac:spMkLst>
        </pc:spChg>
        <pc:spChg chg="mod">
          <ac:chgData name="GALVIN ADRIEL DARVELL NADAPDAP" userId="d96d2d48-157c-45a3-a63c-c139f3ce19dd" providerId="ADAL" clId="{14940F7F-4453-40AC-943A-C556E3B0742E}" dt="2025-10-09T11:51:09.865" v="17903" actId="1076"/>
          <ac:spMkLst>
            <pc:docMk/>
            <pc:sldMk cId="2700987261" sldId="263"/>
            <ac:spMk id="47" creationId="{BD4E0C80-C61E-83C9-1482-CBC64CED4191}"/>
          </ac:spMkLst>
        </pc:spChg>
        <pc:spChg chg="add mod">
          <ac:chgData name="GALVIN ADRIEL DARVELL NADAPDAP" userId="d96d2d48-157c-45a3-a63c-c139f3ce19dd" providerId="ADAL" clId="{14940F7F-4453-40AC-943A-C556E3B0742E}" dt="2025-10-09T11:47:27.823" v="17733" actId="164"/>
          <ac:spMkLst>
            <pc:docMk/>
            <pc:sldMk cId="2700987261" sldId="263"/>
            <ac:spMk id="49" creationId="{E79A1438-1C3B-8410-2000-A1030F3DCF47}"/>
          </ac:spMkLst>
        </pc:spChg>
        <pc:spChg chg="add mod">
          <ac:chgData name="GALVIN ADRIEL DARVELL NADAPDAP" userId="d96d2d48-157c-45a3-a63c-c139f3ce19dd" providerId="ADAL" clId="{14940F7F-4453-40AC-943A-C556E3B0742E}" dt="2025-10-09T12:14:32.737" v="18748" actId="2711"/>
          <ac:spMkLst>
            <pc:docMk/>
            <pc:sldMk cId="2700987261" sldId="263"/>
            <ac:spMk id="51" creationId="{5981BC33-CC2F-8074-BDCB-2215B81FDA27}"/>
          </ac:spMkLst>
        </pc:spChg>
        <pc:spChg chg="add mod">
          <ac:chgData name="GALVIN ADRIEL DARVELL NADAPDAP" userId="d96d2d48-157c-45a3-a63c-c139f3ce19dd" providerId="ADAL" clId="{14940F7F-4453-40AC-943A-C556E3B0742E}" dt="2025-10-09T13:46:11.193" v="19790" actId="1076"/>
          <ac:spMkLst>
            <pc:docMk/>
            <pc:sldMk cId="2700987261" sldId="263"/>
            <ac:spMk id="53" creationId="{E7280B47-F8E6-A8ED-8E01-01CB68AA6C94}"/>
          </ac:spMkLst>
        </pc:spChg>
        <pc:spChg chg="add mod">
          <ac:chgData name="GALVIN ADRIEL DARVELL NADAPDAP" userId="d96d2d48-157c-45a3-a63c-c139f3ce19dd" providerId="ADAL" clId="{14940F7F-4453-40AC-943A-C556E3B0742E}" dt="2025-10-09T12:10:44.871" v="18596" actId="20577"/>
          <ac:spMkLst>
            <pc:docMk/>
            <pc:sldMk cId="2700987261" sldId="263"/>
            <ac:spMk id="55" creationId="{6215E769-60B5-CA51-6AD7-19D6C0AF7577}"/>
          </ac:spMkLst>
        </pc:spChg>
        <pc:spChg chg="add mod">
          <ac:chgData name="GALVIN ADRIEL DARVELL NADAPDAP" userId="d96d2d48-157c-45a3-a63c-c139f3ce19dd" providerId="ADAL" clId="{14940F7F-4453-40AC-943A-C556E3B0742E}" dt="2025-10-09T13:46:11.193" v="19790" actId="1076"/>
          <ac:spMkLst>
            <pc:docMk/>
            <pc:sldMk cId="2700987261" sldId="263"/>
            <ac:spMk id="56" creationId="{E51220AD-12E6-19D4-81E6-C12A2445284C}"/>
          </ac:spMkLst>
        </pc:spChg>
        <pc:spChg chg="add mod">
          <ac:chgData name="GALVIN ADRIEL DARVELL NADAPDAP" userId="d96d2d48-157c-45a3-a63c-c139f3ce19dd" providerId="ADAL" clId="{14940F7F-4453-40AC-943A-C556E3B0742E}" dt="2025-10-09T14:45:13.965" v="21388" actId="1038"/>
          <ac:spMkLst>
            <pc:docMk/>
            <pc:sldMk cId="2700987261" sldId="263"/>
            <ac:spMk id="58" creationId="{3A8271B3-0DCD-EB72-4913-81FA3E68DF5B}"/>
          </ac:spMkLst>
        </pc:spChg>
        <pc:spChg chg="add mod">
          <ac:chgData name="GALVIN ADRIEL DARVELL NADAPDAP" userId="d96d2d48-157c-45a3-a63c-c139f3ce19dd" providerId="ADAL" clId="{14940F7F-4453-40AC-943A-C556E3B0742E}" dt="2025-10-09T13:45:51.154" v="19787" actId="164"/>
          <ac:spMkLst>
            <pc:docMk/>
            <pc:sldMk cId="2700987261" sldId="263"/>
            <ac:spMk id="71" creationId="{9A269C73-497B-DF7C-7364-B99B6A6F5251}"/>
          </ac:spMkLst>
        </pc:spChg>
        <pc:spChg chg="add mod">
          <ac:chgData name="GALVIN ADRIEL DARVELL NADAPDAP" userId="d96d2d48-157c-45a3-a63c-c139f3ce19dd" providerId="ADAL" clId="{14940F7F-4453-40AC-943A-C556E3B0742E}" dt="2025-10-09T12:14:32.737" v="18748" actId="2711"/>
          <ac:spMkLst>
            <pc:docMk/>
            <pc:sldMk cId="2700987261" sldId="263"/>
            <ac:spMk id="72" creationId="{7C6B4AFF-158A-D419-264B-9307A7983C4F}"/>
          </ac:spMkLst>
        </pc:spChg>
        <pc:spChg chg="add mod">
          <ac:chgData name="GALVIN ADRIEL DARVELL NADAPDAP" userId="d96d2d48-157c-45a3-a63c-c139f3ce19dd" providerId="ADAL" clId="{14940F7F-4453-40AC-943A-C556E3B0742E}" dt="2025-10-09T12:14:32.737" v="18748" actId="2711"/>
          <ac:spMkLst>
            <pc:docMk/>
            <pc:sldMk cId="2700987261" sldId="263"/>
            <ac:spMk id="73" creationId="{C1756FA8-7917-4913-6995-E4003B4C1565}"/>
          </ac:spMkLst>
        </pc:spChg>
        <pc:spChg chg="add mod">
          <ac:chgData name="GALVIN ADRIEL DARVELL NADAPDAP" userId="d96d2d48-157c-45a3-a63c-c139f3ce19dd" providerId="ADAL" clId="{14940F7F-4453-40AC-943A-C556E3B0742E}" dt="2025-10-09T13:35:37.575" v="19531" actId="208"/>
          <ac:spMkLst>
            <pc:docMk/>
            <pc:sldMk cId="2700987261" sldId="263"/>
            <ac:spMk id="74" creationId="{50B4CAA9-0553-D2DC-1BBE-EC0873482B3C}"/>
          </ac:spMkLst>
        </pc:spChg>
        <pc:spChg chg="add mod">
          <ac:chgData name="GALVIN ADRIEL DARVELL NADAPDAP" userId="d96d2d48-157c-45a3-a63c-c139f3ce19dd" providerId="ADAL" clId="{14940F7F-4453-40AC-943A-C556E3B0742E}" dt="2025-10-09T13:58:03.490" v="20095" actId="20577"/>
          <ac:spMkLst>
            <pc:docMk/>
            <pc:sldMk cId="2700987261" sldId="263"/>
            <ac:spMk id="76" creationId="{4644D026-3912-E386-9D3C-0E662127B43E}"/>
          </ac:spMkLst>
        </pc:spChg>
        <pc:spChg chg="add mod ord">
          <ac:chgData name="GALVIN ADRIEL DARVELL NADAPDAP" userId="d96d2d48-157c-45a3-a63c-c139f3ce19dd" providerId="ADAL" clId="{14940F7F-4453-40AC-943A-C556E3B0742E}" dt="2025-10-09T14:46:56.530" v="21443" actId="313"/>
          <ac:spMkLst>
            <pc:docMk/>
            <pc:sldMk cId="2700987261" sldId="263"/>
            <ac:spMk id="78" creationId="{7F18FB83-51C3-D373-ED49-BC0B189FD813}"/>
          </ac:spMkLst>
        </pc:spChg>
        <pc:spChg chg="add mod">
          <ac:chgData name="GALVIN ADRIEL DARVELL NADAPDAP" userId="d96d2d48-157c-45a3-a63c-c139f3ce19dd" providerId="ADAL" clId="{14940F7F-4453-40AC-943A-C556E3B0742E}" dt="2025-10-09T12:14:32.737" v="18748" actId="2711"/>
          <ac:spMkLst>
            <pc:docMk/>
            <pc:sldMk cId="2700987261" sldId="263"/>
            <ac:spMk id="79" creationId="{396366BD-EB8B-89A2-EF56-6123D8770CBA}"/>
          </ac:spMkLst>
        </pc:spChg>
        <pc:spChg chg="add mod">
          <ac:chgData name="GALVIN ADRIEL DARVELL NADAPDAP" userId="d96d2d48-157c-45a3-a63c-c139f3ce19dd" providerId="ADAL" clId="{14940F7F-4453-40AC-943A-C556E3B0742E}" dt="2025-10-09T14:48:12.868" v="21507" actId="20577"/>
          <ac:spMkLst>
            <pc:docMk/>
            <pc:sldMk cId="2700987261" sldId="263"/>
            <ac:spMk id="80" creationId="{22563E77-B30A-1729-A998-7A60CFCD158A}"/>
          </ac:spMkLst>
        </pc:spChg>
        <pc:spChg chg="add mod">
          <ac:chgData name="GALVIN ADRIEL DARVELL NADAPDAP" userId="d96d2d48-157c-45a3-a63c-c139f3ce19dd" providerId="ADAL" clId="{14940F7F-4453-40AC-943A-C556E3B0742E}" dt="2025-10-09T12:16:22.370" v="18947" actId="1076"/>
          <ac:spMkLst>
            <pc:docMk/>
            <pc:sldMk cId="2700987261" sldId="263"/>
            <ac:spMk id="81" creationId="{647B9A70-5D2E-13A8-C32C-1D0014BE9CDB}"/>
          </ac:spMkLst>
        </pc:spChg>
        <pc:spChg chg="add mod">
          <ac:chgData name="GALVIN ADRIEL DARVELL NADAPDAP" userId="d96d2d48-157c-45a3-a63c-c139f3ce19dd" providerId="ADAL" clId="{14940F7F-4453-40AC-943A-C556E3B0742E}" dt="2025-10-09T13:56:28.445" v="19990" actId="1037"/>
          <ac:spMkLst>
            <pc:docMk/>
            <pc:sldMk cId="2700987261" sldId="263"/>
            <ac:spMk id="82" creationId="{3AF352AA-DE48-24F4-E74F-41481BF8901F}"/>
          </ac:spMkLst>
        </pc:spChg>
        <pc:spChg chg="add mod">
          <ac:chgData name="GALVIN ADRIEL DARVELL NADAPDAP" userId="d96d2d48-157c-45a3-a63c-c139f3ce19dd" providerId="ADAL" clId="{14940F7F-4453-40AC-943A-C556E3B0742E}" dt="2025-10-09T13:55:23.572" v="19958" actId="1076"/>
          <ac:spMkLst>
            <pc:docMk/>
            <pc:sldMk cId="2700987261" sldId="263"/>
            <ac:spMk id="83" creationId="{AEB54F61-ACD1-B8E8-4D75-E3A7A9FB481B}"/>
          </ac:spMkLst>
        </pc:spChg>
        <pc:spChg chg="mod">
          <ac:chgData name="GALVIN ADRIEL DARVELL NADAPDAP" userId="d96d2d48-157c-45a3-a63c-c139f3ce19dd" providerId="ADAL" clId="{14940F7F-4453-40AC-943A-C556E3B0742E}" dt="2025-10-09T13:51:09.522" v="19839" actId="20577"/>
          <ac:spMkLst>
            <pc:docMk/>
            <pc:sldMk cId="2700987261" sldId="263"/>
            <ac:spMk id="88" creationId="{59B7181C-660C-8EA3-56F3-BDE3A1873508}"/>
          </ac:spMkLst>
        </pc:spChg>
        <pc:spChg chg="mod">
          <ac:chgData name="GALVIN ADRIEL DARVELL NADAPDAP" userId="d96d2d48-157c-45a3-a63c-c139f3ce19dd" providerId="ADAL" clId="{14940F7F-4453-40AC-943A-C556E3B0742E}" dt="2025-10-09T13:51:10.594" v="19840" actId="20577"/>
          <ac:spMkLst>
            <pc:docMk/>
            <pc:sldMk cId="2700987261" sldId="263"/>
            <ac:spMk id="89" creationId="{AC8B36C7-017C-53C8-8A9B-0EFBA88F5D1C}"/>
          </ac:spMkLst>
        </pc:spChg>
        <pc:spChg chg="add mod">
          <ac:chgData name="GALVIN ADRIEL DARVELL NADAPDAP" userId="d96d2d48-157c-45a3-a63c-c139f3ce19dd" providerId="ADAL" clId="{14940F7F-4453-40AC-943A-C556E3B0742E}" dt="2025-10-09T13:51:11.626" v="19841" actId="20577"/>
          <ac:spMkLst>
            <pc:docMk/>
            <pc:sldMk cId="2700987261" sldId="263"/>
            <ac:spMk id="90" creationId="{73160C9F-49BE-77BE-BD3B-24CB8A8D6F36}"/>
          </ac:spMkLst>
        </pc:spChg>
        <pc:spChg chg="add mod">
          <ac:chgData name="GALVIN ADRIEL DARVELL NADAPDAP" userId="d96d2d48-157c-45a3-a63c-c139f3ce19dd" providerId="ADAL" clId="{14940F7F-4453-40AC-943A-C556E3B0742E}" dt="2025-10-09T13:57:00.565" v="20032" actId="1037"/>
          <ac:spMkLst>
            <pc:docMk/>
            <pc:sldMk cId="2700987261" sldId="263"/>
            <ac:spMk id="92" creationId="{2B5615C7-238B-77BB-D961-225E9B037D49}"/>
          </ac:spMkLst>
        </pc:spChg>
        <pc:spChg chg="add mod">
          <ac:chgData name="GALVIN ADRIEL DARVELL NADAPDAP" userId="d96d2d48-157c-45a3-a63c-c139f3ce19dd" providerId="ADAL" clId="{14940F7F-4453-40AC-943A-C556E3B0742E}" dt="2025-10-09T13:56:56.877" v="20024" actId="1038"/>
          <ac:spMkLst>
            <pc:docMk/>
            <pc:sldMk cId="2700987261" sldId="263"/>
            <ac:spMk id="93" creationId="{B0F8150F-1249-1D94-0750-5C1C906CAC9B}"/>
          </ac:spMkLst>
        </pc:spChg>
        <pc:spChg chg="add mod">
          <ac:chgData name="GALVIN ADRIEL DARVELL NADAPDAP" userId="d96d2d48-157c-45a3-a63c-c139f3ce19dd" providerId="ADAL" clId="{14940F7F-4453-40AC-943A-C556E3B0742E}" dt="2025-10-09T13:59:47.359" v="20177" actId="1076"/>
          <ac:spMkLst>
            <pc:docMk/>
            <pc:sldMk cId="2700987261" sldId="263"/>
            <ac:spMk id="94" creationId="{7969164E-99EF-498C-489D-77ECC6D43423}"/>
          </ac:spMkLst>
        </pc:spChg>
        <pc:spChg chg="add mod">
          <ac:chgData name="GALVIN ADRIEL DARVELL NADAPDAP" userId="d96d2d48-157c-45a3-a63c-c139f3ce19dd" providerId="ADAL" clId="{14940F7F-4453-40AC-943A-C556E3B0742E}" dt="2025-10-09T13:56:45.972" v="20006" actId="14100"/>
          <ac:spMkLst>
            <pc:docMk/>
            <pc:sldMk cId="2700987261" sldId="263"/>
            <ac:spMk id="96" creationId="{D2A723D5-390C-442B-5298-7C97E544E01C}"/>
          </ac:spMkLst>
        </pc:spChg>
        <pc:spChg chg="add mod">
          <ac:chgData name="GALVIN ADRIEL DARVELL NADAPDAP" userId="d96d2d48-157c-45a3-a63c-c139f3ce19dd" providerId="ADAL" clId="{14940F7F-4453-40AC-943A-C556E3B0742E}" dt="2025-10-09T13:59:43.149" v="20168" actId="1038"/>
          <ac:spMkLst>
            <pc:docMk/>
            <pc:sldMk cId="2700987261" sldId="263"/>
            <ac:spMk id="98" creationId="{08BDF9A4-2A2D-04F8-7393-A0EBA8CEFCE8}"/>
          </ac:spMkLst>
        </pc:spChg>
        <pc:spChg chg="add mod ord">
          <ac:chgData name="GALVIN ADRIEL DARVELL NADAPDAP" userId="d96d2d48-157c-45a3-a63c-c139f3ce19dd" providerId="ADAL" clId="{14940F7F-4453-40AC-943A-C556E3B0742E}" dt="2025-10-09T13:45:43.074" v="19784" actId="164"/>
          <ac:spMkLst>
            <pc:docMk/>
            <pc:sldMk cId="2700987261" sldId="263"/>
            <ac:spMk id="99" creationId="{99E5BA65-EBFE-4FD0-C0F2-56E32C05E21F}"/>
          </ac:spMkLst>
        </pc:spChg>
        <pc:spChg chg="add mod">
          <ac:chgData name="GALVIN ADRIEL DARVELL NADAPDAP" userId="d96d2d48-157c-45a3-a63c-c139f3ce19dd" providerId="ADAL" clId="{14940F7F-4453-40AC-943A-C556E3B0742E}" dt="2025-10-09T13:45:46.949" v="19785" actId="164"/>
          <ac:spMkLst>
            <pc:docMk/>
            <pc:sldMk cId="2700987261" sldId="263"/>
            <ac:spMk id="100" creationId="{E617AD26-8F29-777E-6D16-410A01FF5559}"/>
          </ac:spMkLst>
        </pc:spChg>
        <pc:spChg chg="add mod">
          <ac:chgData name="GALVIN ADRIEL DARVELL NADAPDAP" userId="d96d2d48-157c-45a3-a63c-c139f3ce19dd" providerId="ADAL" clId="{14940F7F-4453-40AC-943A-C556E3B0742E}" dt="2025-10-09T13:45:51.154" v="19787" actId="164"/>
          <ac:spMkLst>
            <pc:docMk/>
            <pc:sldMk cId="2700987261" sldId="263"/>
            <ac:spMk id="101" creationId="{191F15F9-FC71-FC32-7D4B-60943C24E27F}"/>
          </ac:spMkLst>
        </pc:spChg>
        <pc:spChg chg="add mod">
          <ac:chgData name="GALVIN ADRIEL DARVELL NADAPDAP" userId="d96d2d48-157c-45a3-a63c-c139f3ce19dd" providerId="ADAL" clId="{14940F7F-4453-40AC-943A-C556E3B0742E}" dt="2025-10-09T13:46:00.081" v="19789" actId="14100"/>
          <ac:spMkLst>
            <pc:docMk/>
            <pc:sldMk cId="2700987261" sldId="263"/>
            <ac:spMk id="102" creationId="{6AAAA14B-F0F4-8B12-992B-E89EE03A37B9}"/>
          </ac:spMkLst>
        </pc:spChg>
        <pc:spChg chg="mod">
          <ac:chgData name="GALVIN ADRIEL DARVELL NADAPDAP" userId="d96d2d48-157c-45a3-a63c-c139f3ce19dd" providerId="ADAL" clId="{14940F7F-4453-40AC-943A-C556E3B0742E}" dt="2025-10-09T13:51:48.884" v="19849"/>
          <ac:spMkLst>
            <pc:docMk/>
            <pc:sldMk cId="2700987261" sldId="263"/>
            <ac:spMk id="108" creationId="{DE8141AC-AAFA-0E64-94FC-3445F57EC8E0}"/>
          </ac:spMkLst>
        </pc:spChg>
        <pc:spChg chg="mod">
          <ac:chgData name="GALVIN ADRIEL DARVELL NADAPDAP" userId="d96d2d48-157c-45a3-a63c-c139f3ce19dd" providerId="ADAL" clId="{14940F7F-4453-40AC-943A-C556E3B0742E}" dt="2025-10-09T14:31:31.246" v="21181" actId="207"/>
          <ac:spMkLst>
            <pc:docMk/>
            <pc:sldMk cId="2700987261" sldId="263"/>
            <ac:spMk id="109" creationId="{0C602B33-A033-1C2A-37DA-D489331189BF}"/>
          </ac:spMkLst>
        </pc:spChg>
        <pc:spChg chg="mod">
          <ac:chgData name="GALVIN ADRIEL DARVELL NADAPDAP" userId="d96d2d48-157c-45a3-a63c-c139f3ce19dd" providerId="ADAL" clId="{14940F7F-4453-40AC-943A-C556E3B0742E}" dt="2025-10-09T13:54:47.490" v="19930"/>
          <ac:spMkLst>
            <pc:docMk/>
            <pc:sldMk cId="2700987261" sldId="263"/>
            <ac:spMk id="133" creationId="{7258AC69-5C5F-4F5B-7452-6DAF1EAA9C2E}"/>
          </ac:spMkLst>
        </pc:spChg>
        <pc:spChg chg="mod">
          <ac:chgData name="GALVIN ADRIEL DARVELL NADAPDAP" userId="d96d2d48-157c-45a3-a63c-c139f3ce19dd" providerId="ADAL" clId="{14940F7F-4453-40AC-943A-C556E3B0742E}" dt="2025-10-09T14:31:28.597" v="21180" actId="207"/>
          <ac:spMkLst>
            <pc:docMk/>
            <pc:sldMk cId="2700987261" sldId="263"/>
            <ac:spMk id="134" creationId="{6B2A75D4-3C9B-0984-DD66-D4543DFDBC8A}"/>
          </ac:spMkLst>
        </pc:spChg>
        <pc:spChg chg="add mod">
          <ac:chgData name="GALVIN ADRIEL DARVELL NADAPDAP" userId="d96d2d48-157c-45a3-a63c-c139f3ce19dd" providerId="ADAL" clId="{14940F7F-4453-40AC-943A-C556E3B0742E}" dt="2025-10-09T13:56:49.096" v="20007" actId="164"/>
          <ac:spMkLst>
            <pc:docMk/>
            <pc:sldMk cId="2700987261" sldId="263"/>
            <ac:spMk id="139" creationId="{DA3E8B92-A47A-A9ED-4AD1-52983D8D084A}"/>
          </ac:spMkLst>
        </pc:spChg>
        <pc:spChg chg="add mod">
          <ac:chgData name="GALVIN ADRIEL DARVELL NADAPDAP" userId="d96d2d48-157c-45a3-a63c-c139f3ce19dd" providerId="ADAL" clId="{14940F7F-4453-40AC-943A-C556E3B0742E}" dt="2025-10-09T13:56:22.501" v="19979" actId="1037"/>
          <ac:spMkLst>
            <pc:docMk/>
            <pc:sldMk cId="2700987261" sldId="263"/>
            <ac:spMk id="140" creationId="{6B3FBDDF-3FC6-3061-D7F6-647FE131E8F8}"/>
          </ac:spMkLst>
        </pc:spChg>
        <pc:spChg chg="mod topLvl">
          <ac:chgData name="GALVIN ADRIEL DARVELL NADAPDAP" userId="d96d2d48-157c-45a3-a63c-c139f3ce19dd" providerId="ADAL" clId="{14940F7F-4453-40AC-943A-C556E3B0742E}" dt="2025-10-09T13:59:19.548" v="20158" actId="164"/>
          <ac:spMkLst>
            <pc:docMk/>
            <pc:sldMk cId="2700987261" sldId="263"/>
            <ac:spMk id="144" creationId="{D3DCFDEB-B899-DB39-4A7F-0710B29447E5}"/>
          </ac:spMkLst>
        </pc:spChg>
        <pc:spChg chg="add mod">
          <ac:chgData name="GALVIN ADRIEL DARVELL NADAPDAP" userId="d96d2d48-157c-45a3-a63c-c139f3ce19dd" providerId="ADAL" clId="{14940F7F-4453-40AC-943A-C556E3B0742E}" dt="2025-10-09T13:59:19.548" v="20158" actId="164"/>
          <ac:spMkLst>
            <pc:docMk/>
            <pc:sldMk cId="2700987261" sldId="263"/>
            <ac:spMk id="151" creationId="{39C8E7AB-C03A-69E6-21BF-402D86045E1C}"/>
          </ac:spMkLst>
        </pc:spChg>
        <pc:spChg chg="mod">
          <ac:chgData name="GALVIN ADRIEL DARVELL NADAPDAP" userId="d96d2d48-157c-45a3-a63c-c139f3ce19dd" providerId="ADAL" clId="{14940F7F-4453-40AC-943A-C556E3B0742E}" dt="2025-10-09T13:59:52.052" v="20178"/>
          <ac:spMkLst>
            <pc:docMk/>
            <pc:sldMk cId="2700987261" sldId="263"/>
            <ac:spMk id="157" creationId="{B4CC7657-821E-02B8-712F-5B638ACA98CD}"/>
          </ac:spMkLst>
        </pc:spChg>
        <pc:spChg chg="mod">
          <ac:chgData name="GALVIN ADRIEL DARVELL NADAPDAP" userId="d96d2d48-157c-45a3-a63c-c139f3ce19dd" providerId="ADAL" clId="{14940F7F-4453-40AC-943A-C556E3B0742E}" dt="2025-10-09T14:31:33.477" v="21182" actId="207"/>
          <ac:spMkLst>
            <pc:docMk/>
            <pc:sldMk cId="2700987261" sldId="263"/>
            <ac:spMk id="158" creationId="{EB7F7F5A-3E26-2DB6-D71A-E2673F3F576D}"/>
          </ac:spMkLst>
        </pc:spChg>
        <pc:grpChg chg="mod">
          <ac:chgData name="GALVIN ADRIEL DARVELL NADAPDAP" userId="d96d2d48-157c-45a3-a63c-c139f3ce19dd" providerId="ADAL" clId="{14940F7F-4453-40AC-943A-C556E3B0742E}" dt="2025-10-09T11:13:22.292" v="17463" actId="14100"/>
          <ac:grpSpMkLst>
            <pc:docMk/>
            <pc:sldMk cId="2700987261" sldId="263"/>
            <ac:grpSpMk id="3" creationId="{A25D6973-9885-F1CC-0283-B3AE1C48C90D}"/>
          </ac:grpSpMkLst>
        </pc:grpChg>
        <pc:grpChg chg="mod">
          <ac:chgData name="GALVIN ADRIEL DARVELL NADAPDAP" userId="d96d2d48-157c-45a3-a63c-c139f3ce19dd" providerId="ADAL" clId="{14940F7F-4453-40AC-943A-C556E3B0742E}" dt="2025-10-09T11:12:53.270" v="17456" actId="14100"/>
          <ac:grpSpMkLst>
            <pc:docMk/>
            <pc:sldMk cId="2700987261" sldId="263"/>
            <ac:grpSpMk id="17" creationId="{B7D47CEF-FF23-3FAC-842E-5245E4A05CA6}"/>
          </ac:grpSpMkLst>
        </pc:grpChg>
        <pc:grpChg chg="mod">
          <ac:chgData name="GALVIN ADRIEL DARVELL NADAPDAP" userId="d96d2d48-157c-45a3-a63c-c139f3ce19dd" providerId="ADAL" clId="{14940F7F-4453-40AC-943A-C556E3B0742E}" dt="2025-10-09T14:46:00.061" v="21400" actId="1037"/>
          <ac:grpSpMkLst>
            <pc:docMk/>
            <pc:sldMk cId="2700987261" sldId="263"/>
            <ac:grpSpMk id="33" creationId="{46E3336C-4E2D-3200-4680-057D52D30C6A}"/>
          </ac:grpSpMkLst>
        </pc:grpChg>
        <pc:grpChg chg="add mod">
          <ac:chgData name="GALVIN ADRIEL DARVELL NADAPDAP" userId="d96d2d48-157c-45a3-a63c-c139f3ce19dd" providerId="ADAL" clId="{14940F7F-4453-40AC-943A-C556E3B0742E}" dt="2025-10-09T13:45:46.949" v="19785" actId="164"/>
          <ac:grpSpMkLst>
            <pc:docMk/>
            <pc:sldMk cId="2700987261" sldId="263"/>
            <ac:grpSpMk id="59" creationId="{26A60535-A4D0-C21C-E15F-862AE3969792}"/>
          </ac:grpSpMkLst>
        </pc:grpChg>
        <pc:grpChg chg="add mod">
          <ac:chgData name="GALVIN ADRIEL DARVELL NADAPDAP" userId="d96d2d48-157c-45a3-a63c-c139f3ce19dd" providerId="ADAL" clId="{14940F7F-4453-40AC-943A-C556E3B0742E}" dt="2025-10-09T13:45:53.938" v="19788" actId="164"/>
          <ac:grpSpMkLst>
            <pc:docMk/>
            <pc:sldMk cId="2700987261" sldId="263"/>
            <ac:grpSpMk id="60" creationId="{8562C219-D971-9BB0-809E-4A57A5E97109}"/>
          </ac:grpSpMkLst>
        </pc:grpChg>
        <pc:grpChg chg="add mod">
          <ac:chgData name="GALVIN ADRIEL DARVELL NADAPDAP" userId="d96d2d48-157c-45a3-a63c-c139f3ce19dd" providerId="ADAL" clId="{14940F7F-4453-40AC-943A-C556E3B0742E}" dt="2025-10-09T13:56:26.173" v="19984" actId="1038"/>
          <ac:grpSpMkLst>
            <pc:docMk/>
            <pc:sldMk cId="2700987261" sldId="263"/>
            <ac:grpSpMk id="77" creationId="{0E3D6B87-F4AC-E576-E90A-5C58DDDFED7C}"/>
          </ac:grpSpMkLst>
        </pc:grpChg>
        <pc:grpChg chg="add mod">
          <ac:chgData name="GALVIN ADRIEL DARVELL NADAPDAP" userId="d96d2d48-157c-45a3-a63c-c139f3ce19dd" providerId="ADAL" clId="{14940F7F-4453-40AC-943A-C556E3B0742E}" dt="2025-10-09T12:19:38.710" v="19111" actId="20577"/>
          <ac:grpSpMkLst>
            <pc:docMk/>
            <pc:sldMk cId="2700987261" sldId="263"/>
            <ac:grpSpMk id="87" creationId="{49EFB881-FAFB-0A07-2638-F9124859A3CD}"/>
          </ac:grpSpMkLst>
        </pc:grpChg>
        <pc:grpChg chg="add mod">
          <ac:chgData name="GALVIN ADRIEL DARVELL NADAPDAP" userId="d96d2d48-157c-45a3-a63c-c139f3ce19dd" providerId="ADAL" clId="{14940F7F-4453-40AC-943A-C556E3B0742E}" dt="2025-10-09T13:42:44.957" v="19757" actId="164"/>
          <ac:grpSpMkLst>
            <pc:docMk/>
            <pc:sldMk cId="2700987261" sldId="263"/>
            <ac:grpSpMk id="91" creationId="{BC7FE5C2-5976-F537-E100-3DDA936BF745}"/>
          </ac:grpSpMkLst>
        </pc:grpChg>
        <pc:grpChg chg="add mod">
          <ac:chgData name="GALVIN ADRIEL DARVELL NADAPDAP" userId="d96d2d48-157c-45a3-a63c-c139f3ce19dd" providerId="ADAL" clId="{14940F7F-4453-40AC-943A-C556E3B0742E}" dt="2025-10-09T13:56:49.096" v="20007" actId="164"/>
          <ac:grpSpMkLst>
            <pc:docMk/>
            <pc:sldMk cId="2700987261" sldId="263"/>
            <ac:grpSpMk id="97" creationId="{E3586B1B-BA27-783A-69B7-D6E00B719BD8}"/>
          </ac:grpSpMkLst>
        </pc:grpChg>
        <pc:grpChg chg="add mod">
          <ac:chgData name="GALVIN ADRIEL DARVELL NADAPDAP" userId="d96d2d48-157c-45a3-a63c-c139f3ce19dd" providerId="ADAL" clId="{14940F7F-4453-40AC-943A-C556E3B0742E}" dt="2025-10-09T13:45:43.074" v="19784" actId="164"/>
          <ac:grpSpMkLst>
            <pc:docMk/>
            <pc:sldMk cId="2700987261" sldId="263"/>
            <ac:grpSpMk id="103" creationId="{63DAE37E-27EE-9813-8DCE-724D71AF191E}"/>
          </ac:grpSpMkLst>
        </pc:grpChg>
        <pc:grpChg chg="add mod">
          <ac:chgData name="GALVIN ADRIEL DARVELL NADAPDAP" userId="d96d2d48-157c-45a3-a63c-c139f3ce19dd" providerId="ADAL" clId="{14940F7F-4453-40AC-943A-C556E3B0742E}" dt="2025-10-09T13:45:46.949" v="19785" actId="164"/>
          <ac:grpSpMkLst>
            <pc:docMk/>
            <pc:sldMk cId="2700987261" sldId="263"/>
            <ac:grpSpMk id="104" creationId="{40049E1F-9C98-0832-9F85-912E0349012D}"/>
          </ac:grpSpMkLst>
        </pc:grpChg>
        <pc:grpChg chg="add mod">
          <ac:chgData name="GALVIN ADRIEL DARVELL NADAPDAP" userId="d96d2d48-157c-45a3-a63c-c139f3ce19dd" providerId="ADAL" clId="{14940F7F-4453-40AC-943A-C556E3B0742E}" dt="2025-10-09T13:45:51.154" v="19787" actId="164"/>
          <ac:grpSpMkLst>
            <pc:docMk/>
            <pc:sldMk cId="2700987261" sldId="263"/>
            <ac:grpSpMk id="105" creationId="{8A2BF23E-6DBD-216B-102A-A71FD995084D}"/>
          </ac:grpSpMkLst>
        </pc:grpChg>
        <pc:grpChg chg="add mod">
          <ac:chgData name="GALVIN ADRIEL DARVELL NADAPDAP" userId="d96d2d48-157c-45a3-a63c-c139f3ce19dd" providerId="ADAL" clId="{14940F7F-4453-40AC-943A-C556E3B0742E}" dt="2025-10-09T13:45:53.938" v="19788" actId="164"/>
          <ac:grpSpMkLst>
            <pc:docMk/>
            <pc:sldMk cId="2700987261" sldId="263"/>
            <ac:grpSpMk id="106" creationId="{CDFE8F6B-7671-960A-6157-DD3709FCC95B}"/>
          </ac:grpSpMkLst>
        </pc:grpChg>
        <pc:grpChg chg="add mod">
          <ac:chgData name="GALVIN ADRIEL DARVELL NADAPDAP" userId="d96d2d48-157c-45a3-a63c-c139f3ce19dd" providerId="ADAL" clId="{14940F7F-4453-40AC-943A-C556E3B0742E}" dt="2025-10-09T13:54:07.036" v="19925" actId="164"/>
          <ac:grpSpMkLst>
            <pc:docMk/>
            <pc:sldMk cId="2700987261" sldId="263"/>
            <ac:grpSpMk id="107" creationId="{44A3E265-0328-91AA-029E-319D75D80BFA}"/>
          </ac:grpSpMkLst>
        </pc:grpChg>
        <pc:grpChg chg="add mod">
          <ac:chgData name="GALVIN ADRIEL DARVELL NADAPDAP" userId="d96d2d48-157c-45a3-a63c-c139f3ce19dd" providerId="ADAL" clId="{14940F7F-4453-40AC-943A-C556E3B0742E}" dt="2025-10-09T13:54:07.036" v="19925" actId="164"/>
          <ac:grpSpMkLst>
            <pc:docMk/>
            <pc:sldMk cId="2700987261" sldId="263"/>
            <ac:grpSpMk id="126" creationId="{B103079F-B31C-4C39-F30D-4640E605A869}"/>
          </ac:grpSpMkLst>
        </pc:grpChg>
        <pc:grpChg chg="add mod">
          <ac:chgData name="GALVIN ADRIEL DARVELL NADAPDAP" userId="d96d2d48-157c-45a3-a63c-c139f3ce19dd" providerId="ADAL" clId="{14940F7F-4453-40AC-943A-C556E3B0742E}" dt="2025-10-09T13:54:56.707" v="19931" actId="1076"/>
          <ac:grpSpMkLst>
            <pc:docMk/>
            <pc:sldMk cId="2700987261" sldId="263"/>
            <ac:grpSpMk id="129" creationId="{316312B5-CD99-B8B6-2C7C-66F067948D70}"/>
          </ac:grpSpMkLst>
        </pc:grpChg>
        <pc:grpChg chg="mod">
          <ac:chgData name="GALVIN ADRIEL DARVELL NADAPDAP" userId="d96d2d48-157c-45a3-a63c-c139f3ce19dd" providerId="ADAL" clId="{14940F7F-4453-40AC-943A-C556E3B0742E}" dt="2025-10-09T13:54:47.490" v="19930"/>
          <ac:grpSpMkLst>
            <pc:docMk/>
            <pc:sldMk cId="2700987261" sldId="263"/>
            <ac:grpSpMk id="130" creationId="{389413DC-CC8C-DDCA-1185-9EF0FCCF6211}"/>
          </ac:grpSpMkLst>
        </pc:grpChg>
        <pc:grpChg chg="add mod">
          <ac:chgData name="GALVIN ADRIEL DARVELL NADAPDAP" userId="d96d2d48-157c-45a3-a63c-c139f3ce19dd" providerId="ADAL" clId="{14940F7F-4453-40AC-943A-C556E3B0742E}" dt="2025-10-09T13:57:02.373" v="20038" actId="1037"/>
          <ac:grpSpMkLst>
            <pc:docMk/>
            <pc:sldMk cId="2700987261" sldId="263"/>
            <ac:grpSpMk id="141" creationId="{9B1ADA8F-A869-21CC-C3B0-520FF76D5BCF}"/>
          </ac:grpSpMkLst>
        </pc:grpChg>
        <pc:grpChg chg="add mod">
          <ac:chgData name="GALVIN ADRIEL DARVELL NADAPDAP" userId="d96d2d48-157c-45a3-a63c-c139f3ce19dd" providerId="ADAL" clId="{14940F7F-4453-40AC-943A-C556E3B0742E}" dt="2025-10-09T13:59:44.631" v="20176" actId="1037"/>
          <ac:grpSpMkLst>
            <pc:docMk/>
            <pc:sldMk cId="2700987261" sldId="263"/>
            <ac:grpSpMk id="152" creationId="{4E89892F-7F57-DA01-E17B-B77CAFB21FC3}"/>
          </ac:grpSpMkLst>
        </pc:grpChg>
        <pc:grpChg chg="add mod">
          <ac:chgData name="GALVIN ADRIEL DARVELL NADAPDAP" userId="d96d2d48-157c-45a3-a63c-c139f3ce19dd" providerId="ADAL" clId="{14940F7F-4453-40AC-943A-C556E3B0742E}" dt="2025-10-09T14:00:23.175" v="20202" actId="1037"/>
          <ac:grpSpMkLst>
            <pc:docMk/>
            <pc:sldMk cId="2700987261" sldId="263"/>
            <ac:grpSpMk id="153" creationId="{66DFFF4E-66CE-812F-F761-13A7C872236E}"/>
          </ac:grpSpMkLst>
        </pc:grpChg>
        <pc:grpChg chg="mod">
          <ac:chgData name="GALVIN ADRIEL DARVELL NADAPDAP" userId="d96d2d48-157c-45a3-a63c-c139f3ce19dd" providerId="ADAL" clId="{14940F7F-4453-40AC-943A-C556E3B0742E}" dt="2025-10-09T13:59:52.052" v="20178"/>
          <ac:grpSpMkLst>
            <pc:docMk/>
            <pc:sldMk cId="2700987261" sldId="263"/>
            <ac:grpSpMk id="154" creationId="{A3441965-2389-F292-DE1C-18B9E784DEA3}"/>
          </ac:grpSpMkLst>
        </pc:grpChg>
        <pc:picChg chg="add mod">
          <ac:chgData name="GALVIN ADRIEL DARVELL NADAPDAP" userId="d96d2d48-157c-45a3-a63c-c139f3ce19dd" providerId="ADAL" clId="{14940F7F-4453-40AC-943A-C556E3B0742E}" dt="2025-10-08T10:20:54.877" v="8390"/>
          <ac:picMkLst>
            <pc:docMk/>
            <pc:sldMk cId="2700987261" sldId="263"/>
            <ac:picMk id="2" creationId="{7EE5B111-3E3D-C89B-F28C-6C576FAFC88F}"/>
          </ac:picMkLst>
        </pc:picChg>
        <pc:cxnChg chg="add mod">
          <ac:chgData name="GALVIN ADRIEL DARVELL NADAPDAP" userId="d96d2d48-157c-45a3-a63c-c139f3ce19dd" providerId="ADAL" clId="{14940F7F-4453-40AC-943A-C556E3B0742E}" dt="2025-10-09T14:45:31.506" v="21393" actId="14100"/>
          <ac:cxnSpMkLst>
            <pc:docMk/>
            <pc:sldMk cId="2700987261" sldId="263"/>
            <ac:cxnSpMk id="120" creationId="{F1670311-36B4-ADF3-F079-79B0950F5B82}"/>
          </ac:cxnSpMkLst>
        </pc:cxnChg>
        <pc:cxnChg chg="add mod">
          <ac:chgData name="GALVIN ADRIEL DARVELL NADAPDAP" userId="d96d2d48-157c-45a3-a63c-c139f3ce19dd" providerId="ADAL" clId="{14940F7F-4453-40AC-943A-C556E3B0742E}" dt="2025-10-09T13:54:26.276" v="19928" actId="14100"/>
          <ac:cxnSpMkLst>
            <pc:docMk/>
            <pc:sldMk cId="2700987261" sldId="263"/>
            <ac:cxnSpMk id="121" creationId="{6F157D37-B836-65EE-01EB-094746BE4CF8}"/>
          </ac:cxnSpMkLst>
        </pc:cxnChg>
        <pc:cxnChg chg="mod">
          <ac:chgData name="GALVIN ADRIEL DARVELL NADAPDAP" userId="d96d2d48-157c-45a3-a63c-c139f3ce19dd" providerId="ADAL" clId="{14940F7F-4453-40AC-943A-C556E3B0742E}" dt="2025-10-09T14:45:47.026" v="21396" actId="14100"/>
          <ac:cxnSpMkLst>
            <pc:docMk/>
            <pc:sldMk cId="2700987261" sldId="263"/>
            <ac:cxnSpMk id="131" creationId="{C275CBEA-73F3-8B87-F78A-3764C2B7F873}"/>
          </ac:cxnSpMkLst>
        </pc:cxnChg>
        <pc:cxnChg chg="mod">
          <ac:chgData name="GALVIN ADRIEL DARVELL NADAPDAP" userId="d96d2d48-157c-45a3-a63c-c139f3ce19dd" providerId="ADAL" clId="{14940F7F-4453-40AC-943A-C556E3B0742E}" dt="2025-10-09T13:54:47.490" v="19930"/>
          <ac:cxnSpMkLst>
            <pc:docMk/>
            <pc:sldMk cId="2700987261" sldId="263"/>
            <ac:cxnSpMk id="132" creationId="{B904657A-6D53-EF6E-CE96-5734E2D46B22}"/>
          </ac:cxnSpMkLst>
        </pc:cxnChg>
        <pc:cxnChg chg="mod">
          <ac:chgData name="GALVIN ADRIEL DARVELL NADAPDAP" userId="d96d2d48-157c-45a3-a63c-c139f3ce19dd" providerId="ADAL" clId="{14940F7F-4453-40AC-943A-C556E3B0742E}" dt="2025-10-09T14:45:56.243" v="21397" actId="14100"/>
          <ac:cxnSpMkLst>
            <pc:docMk/>
            <pc:sldMk cId="2700987261" sldId="263"/>
            <ac:cxnSpMk id="155" creationId="{E1703D4C-D5EA-2F9C-F559-912D5EA32A65}"/>
          </ac:cxnSpMkLst>
        </pc:cxnChg>
        <pc:cxnChg chg="mod">
          <ac:chgData name="GALVIN ADRIEL DARVELL NADAPDAP" userId="d96d2d48-157c-45a3-a63c-c139f3ce19dd" providerId="ADAL" clId="{14940F7F-4453-40AC-943A-C556E3B0742E}" dt="2025-10-09T13:59:52.052" v="20178"/>
          <ac:cxnSpMkLst>
            <pc:docMk/>
            <pc:sldMk cId="2700987261" sldId="263"/>
            <ac:cxnSpMk id="156" creationId="{9E6A017A-9B7B-9DD1-1033-F248085AC45A}"/>
          </ac:cxnSpMkLst>
        </pc:cxnChg>
      </pc:sldChg>
      <pc:sldChg chg="addSp delSp modSp add mod ord addAnim delAnim modAnim">
        <pc:chgData name="GALVIN ADRIEL DARVELL NADAPDAP" userId="d96d2d48-157c-45a3-a63c-c139f3ce19dd" providerId="ADAL" clId="{14940F7F-4453-40AC-943A-C556E3B0742E}" dt="2025-10-15T03:17:01.073" v="21587"/>
        <pc:sldMkLst>
          <pc:docMk/>
          <pc:sldMk cId="2398981201" sldId="264"/>
        </pc:sldMkLst>
        <pc:spChg chg="mod">
          <ac:chgData name="GALVIN ADRIEL DARVELL NADAPDAP" userId="d96d2d48-157c-45a3-a63c-c139f3ce19dd" providerId="ADAL" clId="{14940F7F-4453-40AC-943A-C556E3B0742E}" dt="2025-10-09T07:56:24.330" v="14040"/>
          <ac:spMkLst>
            <pc:docMk/>
            <pc:sldMk cId="2398981201" sldId="264"/>
            <ac:spMk id="5" creationId="{29C89042-3380-7548-9397-68B1E2A412E3}"/>
          </ac:spMkLst>
        </pc:spChg>
        <pc:spChg chg="mod">
          <ac:chgData name="GALVIN ADRIEL DARVELL NADAPDAP" userId="d96d2d48-157c-45a3-a63c-c139f3ce19dd" providerId="ADAL" clId="{14940F7F-4453-40AC-943A-C556E3B0742E}" dt="2025-10-09T07:56:24.330" v="14040"/>
          <ac:spMkLst>
            <pc:docMk/>
            <pc:sldMk cId="2398981201" sldId="264"/>
            <ac:spMk id="6" creationId="{88F92003-885C-EC87-E53E-08D1F9C7513D}"/>
          </ac:spMkLst>
        </pc:spChg>
        <pc:spChg chg="mod">
          <ac:chgData name="GALVIN ADRIEL DARVELL NADAPDAP" userId="d96d2d48-157c-45a3-a63c-c139f3ce19dd" providerId="ADAL" clId="{14940F7F-4453-40AC-943A-C556E3B0742E}" dt="2025-10-09T07:56:24.330" v="14040"/>
          <ac:spMkLst>
            <pc:docMk/>
            <pc:sldMk cId="2398981201" sldId="264"/>
            <ac:spMk id="7" creationId="{00AFF189-504D-A6D3-5488-640E27750B8B}"/>
          </ac:spMkLst>
        </pc:spChg>
        <pc:spChg chg="mod">
          <ac:chgData name="GALVIN ADRIEL DARVELL NADAPDAP" userId="d96d2d48-157c-45a3-a63c-c139f3ce19dd" providerId="ADAL" clId="{14940F7F-4453-40AC-943A-C556E3B0742E}" dt="2025-10-09T07:56:24.330" v="14040"/>
          <ac:spMkLst>
            <pc:docMk/>
            <pc:sldMk cId="2398981201" sldId="264"/>
            <ac:spMk id="8" creationId="{FC965FAC-39C5-4109-FB5E-C69EC3C7ABBE}"/>
          </ac:spMkLst>
        </pc:spChg>
        <pc:spChg chg="add mod">
          <ac:chgData name="GALVIN ADRIEL DARVELL NADAPDAP" userId="d96d2d48-157c-45a3-a63c-c139f3ce19dd" providerId="ADAL" clId="{14940F7F-4453-40AC-943A-C556E3B0742E}" dt="2025-10-09T14:59:24.045" v="21514" actId="1076"/>
          <ac:spMkLst>
            <pc:docMk/>
            <pc:sldMk cId="2398981201" sldId="264"/>
            <ac:spMk id="10" creationId="{1460BF19-E5D2-F10D-289D-B216C017F30B}"/>
          </ac:spMkLst>
        </pc:spChg>
        <pc:spChg chg="add mod">
          <ac:chgData name="GALVIN ADRIEL DARVELL NADAPDAP" userId="d96d2d48-157c-45a3-a63c-c139f3ce19dd" providerId="ADAL" clId="{14940F7F-4453-40AC-943A-C556E3B0742E}" dt="2025-10-09T14:59:28.671" v="21517" actId="20577"/>
          <ac:spMkLst>
            <pc:docMk/>
            <pc:sldMk cId="2398981201" sldId="264"/>
            <ac:spMk id="11" creationId="{C44666E4-7962-0E29-9696-BFAB71DDF05D}"/>
          </ac:spMkLst>
        </pc:spChg>
        <pc:spChg chg="add mod">
          <ac:chgData name="GALVIN ADRIEL DARVELL NADAPDAP" userId="d96d2d48-157c-45a3-a63c-c139f3ce19dd" providerId="ADAL" clId="{14940F7F-4453-40AC-943A-C556E3B0742E}" dt="2025-10-09T14:59:34.638" v="21520" actId="20577"/>
          <ac:spMkLst>
            <pc:docMk/>
            <pc:sldMk cId="2398981201" sldId="264"/>
            <ac:spMk id="12" creationId="{3DD2D0DB-C6DA-9E6D-D17F-A5750E76040F}"/>
          </ac:spMkLst>
        </pc:spChg>
        <pc:spChg chg="add mod">
          <ac:chgData name="GALVIN ADRIEL DARVELL NADAPDAP" userId="d96d2d48-157c-45a3-a63c-c139f3ce19dd" providerId="ADAL" clId="{14940F7F-4453-40AC-943A-C556E3B0742E}" dt="2025-10-09T14:19:21.753" v="20796" actId="1076"/>
          <ac:spMkLst>
            <pc:docMk/>
            <pc:sldMk cId="2398981201" sldId="264"/>
            <ac:spMk id="14" creationId="{851DF73E-3D00-7FEE-A551-8165A89519D8}"/>
          </ac:spMkLst>
        </pc:spChg>
        <pc:spChg chg="mod">
          <ac:chgData name="GALVIN ADRIEL DARVELL NADAPDAP" userId="d96d2d48-157c-45a3-a63c-c139f3ce19dd" providerId="ADAL" clId="{14940F7F-4453-40AC-943A-C556E3B0742E}" dt="2025-10-09T14:01:46.014" v="20214"/>
          <ac:spMkLst>
            <pc:docMk/>
            <pc:sldMk cId="2398981201" sldId="264"/>
            <ac:spMk id="16" creationId="{D803F92B-89AD-6147-A052-B19A93C6BEEE}"/>
          </ac:spMkLst>
        </pc:spChg>
        <pc:spChg chg="mod">
          <ac:chgData name="GALVIN ADRIEL DARVELL NADAPDAP" userId="d96d2d48-157c-45a3-a63c-c139f3ce19dd" providerId="ADAL" clId="{14940F7F-4453-40AC-943A-C556E3B0742E}" dt="2025-10-09T14:07:06.210" v="20549" actId="20577"/>
          <ac:spMkLst>
            <pc:docMk/>
            <pc:sldMk cId="2398981201" sldId="264"/>
            <ac:spMk id="17" creationId="{B3615A25-F96D-05C1-2A1F-1B400C4E5972}"/>
          </ac:spMkLst>
        </pc:spChg>
        <pc:spChg chg="add mod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18" creationId="{3560A1BC-9A62-3944-BD8F-E73EC668F746}"/>
          </ac:spMkLst>
        </pc:spChg>
        <pc:spChg chg="mod">
          <ac:chgData name="GALVIN ADRIEL DARVELL NADAPDAP" userId="d96d2d48-157c-45a3-a63c-c139f3ce19dd" providerId="ADAL" clId="{14940F7F-4453-40AC-943A-C556E3B0742E}" dt="2025-10-09T14:07:38.449" v="20559"/>
          <ac:spMkLst>
            <pc:docMk/>
            <pc:sldMk cId="2398981201" sldId="264"/>
            <ac:spMk id="20" creationId="{E93725A2-D6CD-2327-CA30-0A763EC1E3E6}"/>
          </ac:spMkLst>
        </pc:spChg>
        <pc:spChg chg="mod">
          <ac:chgData name="GALVIN ADRIEL DARVELL NADAPDAP" userId="d96d2d48-157c-45a3-a63c-c139f3ce19dd" providerId="ADAL" clId="{14940F7F-4453-40AC-943A-C556E3B0742E}" dt="2025-10-09T14:07:49.587" v="20596" actId="20577"/>
          <ac:spMkLst>
            <pc:docMk/>
            <pc:sldMk cId="2398981201" sldId="264"/>
            <ac:spMk id="21" creationId="{1937695B-22B3-5B29-8B3B-5DC277EE8486}"/>
          </ac:spMkLst>
        </pc:spChg>
        <pc:spChg chg="add mod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23" creationId="{01D9E993-874B-3366-207B-902C3798BE6E}"/>
          </ac:spMkLst>
        </pc:spChg>
        <pc:spChg chg="add mod">
          <ac:chgData name="GALVIN ADRIEL DARVELL NADAPDAP" userId="d96d2d48-157c-45a3-a63c-c139f3ce19dd" providerId="ADAL" clId="{14940F7F-4453-40AC-943A-C556E3B0742E}" dt="2025-10-15T03:15:41.863" v="21574" actId="123"/>
          <ac:spMkLst>
            <pc:docMk/>
            <pc:sldMk cId="2398981201" sldId="264"/>
            <ac:spMk id="24" creationId="{B19013E2-E064-5882-7BDB-64A15EFDBB16}"/>
          </ac:spMkLst>
        </pc:spChg>
        <pc:spChg chg="add mod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25" creationId="{04E79646-52AC-5915-FE3F-34B9EF298824}"/>
          </ac:spMkLst>
        </pc:spChg>
        <pc:spChg chg="add del mod">
          <ac:chgData name="GALVIN ADRIEL DARVELL NADAPDAP" userId="d96d2d48-157c-45a3-a63c-c139f3ce19dd" providerId="ADAL" clId="{14940F7F-4453-40AC-943A-C556E3B0742E}" dt="2025-10-15T03:13:57.219" v="21529" actId="22"/>
          <ac:spMkLst>
            <pc:docMk/>
            <pc:sldMk cId="2398981201" sldId="264"/>
            <ac:spMk id="27" creationId="{2E90820C-5E44-D1E3-B513-23C78A4D0FB5}"/>
          </ac:spMkLst>
        </pc:spChg>
        <pc:spChg chg="add mod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28" creationId="{355743BE-3DD0-10A3-A462-9DB5ED0CE92C}"/>
          </ac:spMkLst>
        </pc:spChg>
        <pc:spChg chg="mod topLvl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31" creationId="{5E53F11D-5E07-C593-0EFD-3CF9381CA960}"/>
          </ac:spMkLst>
        </pc:spChg>
        <pc:spChg chg="add mod ord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32" creationId="{58CE69CD-5454-0879-1BFB-8BF676DD0DC0}"/>
          </ac:spMkLst>
        </pc:spChg>
        <pc:spChg chg="mod">
          <ac:chgData name="GALVIN ADRIEL DARVELL NADAPDAP" userId="d96d2d48-157c-45a3-a63c-c139f3ce19dd" providerId="ADAL" clId="{14940F7F-4453-40AC-943A-C556E3B0742E}" dt="2025-10-09T14:19:30.761" v="20798" actId="207"/>
          <ac:spMkLst>
            <pc:docMk/>
            <pc:sldMk cId="2398981201" sldId="264"/>
            <ac:spMk id="39" creationId="{76326009-CB99-D28D-D64C-8549E7E21829}"/>
          </ac:spMkLst>
        </pc:spChg>
        <pc:spChg chg="mod">
          <ac:chgData name="GALVIN ADRIEL DARVELL NADAPDAP" userId="d96d2d48-157c-45a3-a63c-c139f3ce19dd" providerId="ADAL" clId="{14940F7F-4453-40AC-943A-C556E3B0742E}" dt="2025-10-09T12:37:36.904" v="19393" actId="14100"/>
          <ac:spMkLst>
            <pc:docMk/>
            <pc:sldMk cId="2398981201" sldId="264"/>
            <ac:spMk id="40" creationId="{EB2AB690-99A6-722D-6383-672B2BD95D1A}"/>
          </ac:spMkLst>
        </pc:spChg>
        <pc:spChg chg="add mod ord">
          <ac:chgData name="GALVIN ADRIEL DARVELL NADAPDAP" userId="d96d2d48-157c-45a3-a63c-c139f3ce19dd" providerId="ADAL" clId="{14940F7F-4453-40AC-943A-C556E3B0742E}" dt="2025-10-08T10:48:24.481" v="8988" actId="164"/>
          <ac:spMkLst>
            <pc:docMk/>
            <pc:sldMk cId="2398981201" sldId="264"/>
            <ac:spMk id="41" creationId="{3537AC81-FC2E-ACBD-4E0F-2B46DD31353B}"/>
          </ac:spMkLst>
        </pc:spChg>
        <pc:spChg chg="add mod ord">
          <ac:chgData name="GALVIN ADRIEL DARVELL NADAPDAP" userId="d96d2d48-157c-45a3-a63c-c139f3ce19dd" providerId="ADAL" clId="{14940F7F-4453-40AC-943A-C556E3B0742E}" dt="2025-10-08T10:48:24.481" v="8988" actId="164"/>
          <ac:spMkLst>
            <pc:docMk/>
            <pc:sldMk cId="2398981201" sldId="264"/>
            <ac:spMk id="42" creationId="{256EF667-8C4C-CCED-BD58-311296F0F9FB}"/>
          </ac:spMkLst>
        </pc:spChg>
        <pc:spChg chg="add mod">
          <ac:chgData name="GALVIN ADRIEL DARVELL NADAPDAP" userId="d96d2d48-157c-45a3-a63c-c139f3ce19dd" providerId="ADAL" clId="{14940F7F-4453-40AC-943A-C556E3B0742E}" dt="2025-10-08T10:48:36.784" v="8994"/>
          <ac:spMkLst>
            <pc:docMk/>
            <pc:sldMk cId="2398981201" sldId="264"/>
            <ac:spMk id="44" creationId="{EB654B23-D010-36AB-CDC7-DF4A25552A1A}"/>
          </ac:spMkLst>
        </pc:spChg>
        <pc:spChg chg="mod">
          <ac:chgData name="GALVIN ADRIEL DARVELL NADAPDAP" userId="d96d2d48-157c-45a3-a63c-c139f3ce19dd" providerId="ADAL" clId="{14940F7F-4453-40AC-943A-C556E3B0742E}" dt="2025-10-09T14:24:43.418" v="20979" actId="20577"/>
          <ac:spMkLst>
            <pc:docMk/>
            <pc:sldMk cId="2398981201" sldId="264"/>
            <ac:spMk id="52" creationId="{49D9CCC9-7074-D853-B452-3E4AD68D4EA7}"/>
          </ac:spMkLst>
        </pc:spChg>
        <pc:spChg chg="add mod ord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56" creationId="{F11354DC-22B2-05B0-05A3-9EF7567FBABC}"/>
          </ac:spMkLst>
        </pc:spChg>
        <pc:spChg chg="add mod">
          <ac:chgData name="GALVIN ADRIEL DARVELL NADAPDAP" userId="d96d2d48-157c-45a3-a63c-c139f3ce19dd" providerId="ADAL" clId="{14940F7F-4453-40AC-943A-C556E3B0742E}" dt="2025-10-09T14:24:05.506" v="20930" actId="14100"/>
          <ac:spMkLst>
            <pc:docMk/>
            <pc:sldMk cId="2398981201" sldId="264"/>
            <ac:spMk id="75" creationId="{3D44983B-4CC2-E86C-E174-33998CA632A7}"/>
          </ac:spMkLst>
        </pc:spChg>
        <pc:spChg chg="add mod">
          <ac:chgData name="GALVIN ADRIEL DARVELL NADAPDAP" userId="d96d2d48-157c-45a3-a63c-c139f3ce19dd" providerId="ADAL" clId="{14940F7F-4453-40AC-943A-C556E3B0742E}" dt="2025-10-09T14:22:39.698" v="20844" actId="1076"/>
          <ac:spMkLst>
            <pc:docMk/>
            <pc:sldMk cId="2398981201" sldId="264"/>
            <ac:spMk id="76" creationId="{E6415CFF-E440-E383-4D1F-3B6BAFFCADB5}"/>
          </ac:spMkLst>
        </pc:spChg>
        <pc:spChg chg="mod">
          <ac:chgData name="GALVIN ADRIEL DARVELL NADAPDAP" userId="d96d2d48-157c-45a3-a63c-c139f3ce19dd" providerId="ADAL" clId="{14940F7F-4453-40AC-943A-C556E3B0742E}" dt="2025-10-09T14:20:50.083" v="20810"/>
          <ac:spMkLst>
            <pc:docMk/>
            <pc:sldMk cId="2398981201" sldId="264"/>
            <ac:spMk id="78" creationId="{D9A8F520-34A7-C71D-BC5B-8E4B7A1AD218}"/>
          </ac:spMkLst>
        </pc:spChg>
        <pc:spChg chg="mod">
          <ac:chgData name="GALVIN ADRIEL DARVELL NADAPDAP" userId="d96d2d48-157c-45a3-a63c-c139f3ce19dd" providerId="ADAL" clId="{14940F7F-4453-40AC-943A-C556E3B0742E}" dt="2025-10-09T14:22:50.674" v="20864" actId="20577"/>
          <ac:spMkLst>
            <pc:docMk/>
            <pc:sldMk cId="2398981201" sldId="264"/>
            <ac:spMk id="79" creationId="{168404A8-924C-3D83-D8EB-B6F42C547627}"/>
          </ac:spMkLst>
        </pc:spChg>
        <pc:spChg chg="add mod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82" creationId="{2BCFDCAD-F567-3B92-EF23-795D2B506E58}"/>
          </ac:spMkLst>
        </pc:spChg>
        <pc:spChg chg="add mod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83" creationId="{9D380438-903E-77F2-F3B9-6A7BF62A36EA}"/>
          </ac:spMkLst>
        </pc:spChg>
        <pc:spChg chg="add mod">
          <ac:chgData name="GALVIN ADRIEL DARVELL NADAPDAP" userId="d96d2d48-157c-45a3-a63c-c139f3ce19dd" providerId="ADAL" clId="{14940F7F-4453-40AC-943A-C556E3B0742E}" dt="2025-10-09T14:22:25.235" v="20836" actId="1037"/>
          <ac:spMkLst>
            <pc:docMk/>
            <pc:sldMk cId="2398981201" sldId="264"/>
            <ac:spMk id="84" creationId="{E4D2A9EB-A2E8-8497-148E-B7B6ECD44143}"/>
          </ac:spMkLst>
        </pc:spChg>
        <pc:spChg chg="add mod">
          <ac:chgData name="GALVIN ADRIEL DARVELL NADAPDAP" userId="d96d2d48-157c-45a3-a63c-c139f3ce19dd" providerId="ADAL" clId="{14940F7F-4453-40AC-943A-C556E3B0742E}" dt="2025-10-09T14:24:13.890" v="20932" actId="14100"/>
          <ac:spMkLst>
            <pc:docMk/>
            <pc:sldMk cId="2398981201" sldId="264"/>
            <ac:spMk id="85" creationId="{D0147966-F5B7-1384-54FB-D8024BD86152}"/>
          </ac:spMkLst>
        </pc:spChg>
        <pc:spChg chg="mod">
          <ac:chgData name="GALVIN ADRIEL DARVELL NADAPDAP" userId="d96d2d48-157c-45a3-a63c-c139f3ce19dd" providerId="ADAL" clId="{14940F7F-4453-40AC-943A-C556E3B0742E}" dt="2025-10-09T14:22:43.642" v="20846"/>
          <ac:spMkLst>
            <pc:docMk/>
            <pc:sldMk cId="2398981201" sldId="264"/>
            <ac:spMk id="87" creationId="{FDC850C7-66EF-2CA5-6F9D-7F8FBAD705EB}"/>
          </ac:spMkLst>
        </pc:spChg>
        <pc:spChg chg="mod">
          <ac:chgData name="GALVIN ADRIEL DARVELL NADAPDAP" userId="d96d2d48-157c-45a3-a63c-c139f3ce19dd" providerId="ADAL" clId="{14940F7F-4453-40AC-943A-C556E3B0742E}" dt="2025-10-09T14:23:21.315" v="20893" actId="20577"/>
          <ac:spMkLst>
            <pc:docMk/>
            <pc:sldMk cId="2398981201" sldId="264"/>
            <ac:spMk id="88" creationId="{C3EACB86-6449-9B11-2DDD-8AC56583A8AB}"/>
          </ac:spMkLst>
        </pc:spChg>
        <pc:spChg chg="add mod">
          <ac:chgData name="GALVIN ADRIEL DARVELL NADAPDAP" userId="d96d2d48-157c-45a3-a63c-c139f3ce19dd" providerId="ADAL" clId="{14940F7F-4453-40AC-943A-C556E3B0742E}" dt="2025-10-09T14:24:09.381" v="20931" actId="1076"/>
          <ac:spMkLst>
            <pc:docMk/>
            <pc:sldMk cId="2398981201" sldId="264"/>
            <ac:spMk id="90" creationId="{3054A339-B23C-DF80-8D2D-129E3947287C}"/>
          </ac:spMkLst>
        </pc:spChg>
        <pc:spChg chg="mod">
          <ac:chgData name="GALVIN ADRIEL DARVELL NADAPDAP" userId="d96d2d48-157c-45a3-a63c-c139f3ce19dd" providerId="ADAL" clId="{14940F7F-4453-40AC-943A-C556E3B0742E}" dt="2025-10-09T14:23:28.339" v="20894"/>
          <ac:spMkLst>
            <pc:docMk/>
            <pc:sldMk cId="2398981201" sldId="264"/>
            <ac:spMk id="92" creationId="{AFF9C2A5-C715-F409-0616-9C8FC6C9D366}"/>
          </ac:spMkLst>
        </pc:spChg>
        <pc:spChg chg="mod">
          <ac:chgData name="GALVIN ADRIEL DARVELL NADAPDAP" userId="d96d2d48-157c-45a3-a63c-c139f3ce19dd" providerId="ADAL" clId="{14940F7F-4453-40AC-943A-C556E3B0742E}" dt="2025-10-09T14:23:58.912" v="20929" actId="313"/>
          <ac:spMkLst>
            <pc:docMk/>
            <pc:sldMk cId="2398981201" sldId="264"/>
            <ac:spMk id="93" creationId="{94B64503-68CD-1043-218D-F3592F970502}"/>
          </ac:spMkLst>
        </pc:spChg>
        <pc:spChg chg="add mod">
          <ac:chgData name="GALVIN ADRIEL DARVELL NADAPDAP" userId="d96d2d48-157c-45a3-a63c-c139f3ce19dd" providerId="ADAL" clId="{14940F7F-4453-40AC-943A-C556E3B0742E}" dt="2025-10-09T14:25:51.466" v="21023" actId="14100"/>
          <ac:spMkLst>
            <pc:docMk/>
            <pc:sldMk cId="2398981201" sldId="264"/>
            <ac:spMk id="94" creationId="{9A61AE1A-7C2B-E6BF-CB69-7CB24C7342D5}"/>
          </ac:spMkLst>
        </pc:spChg>
        <pc:spChg chg="mod">
          <ac:chgData name="GALVIN ADRIEL DARVELL NADAPDAP" userId="d96d2d48-157c-45a3-a63c-c139f3ce19dd" providerId="ADAL" clId="{14940F7F-4453-40AC-943A-C556E3B0742E}" dt="2025-10-09T14:24:27.194" v="20938"/>
          <ac:spMkLst>
            <pc:docMk/>
            <pc:sldMk cId="2398981201" sldId="264"/>
            <ac:spMk id="96" creationId="{6E41B8B3-7405-3BF1-97DB-DA93E5122D42}"/>
          </ac:spMkLst>
        </pc:spChg>
        <pc:spChg chg="mod">
          <ac:chgData name="GALVIN ADRIEL DARVELL NADAPDAP" userId="d96d2d48-157c-45a3-a63c-c139f3ce19dd" providerId="ADAL" clId="{14940F7F-4453-40AC-943A-C556E3B0742E}" dt="2025-10-09T14:24:31.858" v="20950" actId="20577"/>
          <ac:spMkLst>
            <pc:docMk/>
            <pc:sldMk cId="2398981201" sldId="264"/>
            <ac:spMk id="97" creationId="{074D653C-4D5F-1BE8-15EE-B5E0B3F70510}"/>
          </ac:spMkLst>
        </pc:spChg>
        <pc:spChg chg="mod">
          <ac:chgData name="GALVIN ADRIEL DARVELL NADAPDAP" userId="d96d2d48-157c-45a3-a63c-c139f3ce19dd" providerId="ADAL" clId="{14940F7F-4453-40AC-943A-C556E3B0742E}" dt="2025-10-09T14:24:49.797" v="20981"/>
          <ac:spMkLst>
            <pc:docMk/>
            <pc:sldMk cId="2398981201" sldId="264"/>
            <ac:spMk id="99" creationId="{52309113-39BD-FD7A-3334-7C3D278AAA77}"/>
          </ac:spMkLst>
        </pc:spChg>
        <pc:spChg chg="mod">
          <ac:chgData name="GALVIN ADRIEL DARVELL NADAPDAP" userId="d96d2d48-157c-45a3-a63c-c139f3ce19dd" providerId="ADAL" clId="{14940F7F-4453-40AC-943A-C556E3B0742E}" dt="2025-10-09T14:24:55.506" v="21001" actId="20577"/>
          <ac:spMkLst>
            <pc:docMk/>
            <pc:sldMk cId="2398981201" sldId="264"/>
            <ac:spMk id="100" creationId="{AD278D21-6B36-1538-76A2-CED207693692}"/>
          </ac:spMkLst>
        </pc:spChg>
        <pc:spChg chg="mod topLvl">
          <ac:chgData name="GALVIN ADRIEL DARVELL NADAPDAP" userId="d96d2d48-157c-45a3-a63c-c139f3ce19dd" providerId="ADAL" clId="{14940F7F-4453-40AC-943A-C556E3B0742E}" dt="2025-10-09T14:26:38.210" v="21041" actId="1076"/>
          <ac:spMkLst>
            <pc:docMk/>
            <pc:sldMk cId="2398981201" sldId="264"/>
            <ac:spMk id="106" creationId="{E250A4AC-7EE6-6F94-3BF6-7D88E3CB57A9}"/>
          </ac:spMkLst>
        </pc:spChg>
        <pc:spChg chg="add mod">
          <ac:chgData name="GALVIN ADRIEL DARVELL NADAPDAP" userId="d96d2d48-157c-45a3-a63c-c139f3ce19dd" providerId="ADAL" clId="{14940F7F-4453-40AC-943A-C556E3B0742E}" dt="2025-10-09T14:26:46.382" v="21044" actId="1076"/>
          <ac:spMkLst>
            <pc:docMk/>
            <pc:sldMk cId="2398981201" sldId="264"/>
            <ac:spMk id="109" creationId="{787ADE9B-4192-CD38-4D5E-FD4AE756ACF8}"/>
          </ac:spMkLst>
        </pc:spChg>
        <pc:spChg chg="add mod">
          <ac:chgData name="GALVIN ADRIEL DARVELL NADAPDAP" userId="d96d2d48-157c-45a3-a63c-c139f3ce19dd" providerId="ADAL" clId="{14940F7F-4453-40AC-943A-C556E3B0742E}" dt="2025-10-09T14:27:23.147" v="21060" actId="20577"/>
          <ac:spMkLst>
            <pc:docMk/>
            <pc:sldMk cId="2398981201" sldId="264"/>
            <ac:spMk id="110" creationId="{342990F7-FF3E-4A8F-E558-87C147B66ED3}"/>
          </ac:spMkLst>
        </pc:spChg>
        <pc:spChg chg="add mod">
          <ac:chgData name="GALVIN ADRIEL DARVELL NADAPDAP" userId="d96d2d48-157c-45a3-a63c-c139f3ce19dd" providerId="ADAL" clId="{14940F7F-4453-40AC-943A-C556E3B0742E}" dt="2025-10-09T14:27:29.543" v="21062" actId="1076"/>
          <ac:spMkLst>
            <pc:docMk/>
            <pc:sldMk cId="2398981201" sldId="264"/>
            <ac:spMk id="111" creationId="{FB6965AE-FAD4-56CD-A16F-D2B3559077EF}"/>
          </ac:spMkLst>
        </pc:spChg>
        <pc:spChg chg="add mod">
          <ac:chgData name="GALVIN ADRIEL DARVELL NADAPDAP" userId="d96d2d48-157c-45a3-a63c-c139f3ce19dd" providerId="ADAL" clId="{14940F7F-4453-40AC-943A-C556E3B0742E}" dt="2025-10-09T14:27:34.769" v="21066" actId="20577"/>
          <ac:spMkLst>
            <pc:docMk/>
            <pc:sldMk cId="2398981201" sldId="264"/>
            <ac:spMk id="112" creationId="{C252E793-747C-0F84-B469-AFC30EFB2B6C}"/>
          </ac:spMkLst>
        </pc:spChg>
        <pc:spChg chg="add mod">
          <ac:chgData name="GALVIN ADRIEL DARVELL NADAPDAP" userId="d96d2d48-157c-45a3-a63c-c139f3ce19dd" providerId="ADAL" clId="{14940F7F-4453-40AC-943A-C556E3B0742E}" dt="2025-10-09T14:27:43.348" v="21069" actId="20577"/>
          <ac:spMkLst>
            <pc:docMk/>
            <pc:sldMk cId="2398981201" sldId="264"/>
            <ac:spMk id="113" creationId="{21847DAD-8C92-2E42-41EF-F1B33C902BE1}"/>
          </ac:spMkLst>
        </pc:spChg>
        <pc:grpChg chg="add mod ord">
          <ac:chgData name="GALVIN ADRIEL DARVELL NADAPDAP" userId="d96d2d48-157c-45a3-a63c-c139f3ce19dd" providerId="ADAL" clId="{14940F7F-4453-40AC-943A-C556E3B0742E}" dt="2025-10-09T14:25:08.048" v="21005" actId="1076"/>
          <ac:grpSpMkLst>
            <pc:docMk/>
            <pc:sldMk cId="2398981201" sldId="264"/>
            <ac:grpSpMk id="2" creationId="{EC038ADB-C0D1-C018-30E6-94ECF103CD88}"/>
          </ac:grpSpMkLst>
        </pc:grpChg>
        <pc:grpChg chg="mod">
          <ac:chgData name="GALVIN ADRIEL DARVELL NADAPDAP" userId="d96d2d48-157c-45a3-a63c-c139f3ce19dd" providerId="ADAL" clId="{14940F7F-4453-40AC-943A-C556E3B0742E}" dt="2025-10-09T07:56:24.330" v="14040"/>
          <ac:grpSpMkLst>
            <pc:docMk/>
            <pc:sldMk cId="2398981201" sldId="264"/>
            <ac:grpSpMk id="3" creationId="{C349B55D-6D34-F952-F105-7386DD8B1076}"/>
          </ac:grpSpMkLst>
        </pc:grpChg>
        <pc:grpChg chg="mod">
          <ac:chgData name="GALVIN ADRIEL DARVELL NADAPDAP" userId="d96d2d48-157c-45a3-a63c-c139f3ce19dd" providerId="ADAL" clId="{14940F7F-4453-40AC-943A-C556E3B0742E}" dt="2025-10-09T07:56:24.330" v="14040"/>
          <ac:grpSpMkLst>
            <pc:docMk/>
            <pc:sldMk cId="2398981201" sldId="264"/>
            <ac:grpSpMk id="4" creationId="{96220C9F-2CFB-815B-8139-079EF587C8DD}"/>
          </ac:grpSpMkLst>
        </pc:grpChg>
        <pc:grpChg chg="add mod">
          <ac:chgData name="GALVIN ADRIEL DARVELL NADAPDAP" userId="d96d2d48-157c-45a3-a63c-c139f3ce19dd" providerId="ADAL" clId="{14940F7F-4453-40AC-943A-C556E3B0742E}" dt="2025-10-09T14:19:21.753" v="20796" actId="1076"/>
          <ac:grpSpMkLst>
            <pc:docMk/>
            <pc:sldMk cId="2398981201" sldId="264"/>
            <ac:grpSpMk id="15" creationId="{DEBDC660-E02E-2058-4F0C-69E464721EBB}"/>
          </ac:grpSpMkLst>
        </pc:grpChg>
        <pc:grpChg chg="add mod">
          <ac:chgData name="GALVIN ADRIEL DARVELL NADAPDAP" userId="d96d2d48-157c-45a3-a63c-c139f3ce19dd" providerId="ADAL" clId="{14940F7F-4453-40AC-943A-C556E3B0742E}" dt="2025-10-09T14:15:11.655" v="20751" actId="1076"/>
          <ac:grpSpMkLst>
            <pc:docMk/>
            <pc:sldMk cId="2398981201" sldId="264"/>
            <ac:grpSpMk id="19" creationId="{201F8F03-58AE-1184-4128-C97C8A800FF5}"/>
          </ac:grpSpMkLst>
        </pc:grpChg>
        <pc:grpChg chg="mod topLvl">
          <ac:chgData name="GALVIN ADRIEL DARVELL NADAPDAP" userId="d96d2d48-157c-45a3-a63c-c139f3ce19dd" providerId="ADAL" clId="{14940F7F-4453-40AC-943A-C556E3B0742E}" dt="2025-10-09T14:24:46.254" v="20980" actId="14100"/>
          <ac:grpSpMkLst>
            <pc:docMk/>
            <pc:sldMk cId="2398981201" sldId="264"/>
            <ac:grpSpMk id="36" creationId="{F3523ADE-4A3E-16AE-D3EB-AC260D9A7200}"/>
          </ac:grpSpMkLst>
        </pc:grpChg>
        <pc:grpChg chg="add mod ord">
          <ac:chgData name="GALVIN ADRIEL DARVELL NADAPDAP" userId="d96d2d48-157c-45a3-a63c-c139f3ce19dd" providerId="ADAL" clId="{14940F7F-4453-40AC-943A-C556E3B0742E}" dt="2025-10-08T10:48:27.594" v="8991" actId="1076"/>
          <ac:grpSpMkLst>
            <pc:docMk/>
            <pc:sldMk cId="2398981201" sldId="264"/>
            <ac:grpSpMk id="43" creationId="{79CDEEEC-0928-9567-F673-D84A700EEB44}"/>
          </ac:grpSpMkLst>
        </pc:grpChg>
        <pc:grpChg chg="add mod">
          <ac:chgData name="GALVIN ADRIEL DARVELL NADAPDAP" userId="d96d2d48-157c-45a3-a63c-c139f3ce19dd" providerId="ADAL" clId="{14940F7F-4453-40AC-943A-C556E3B0742E}" dt="2025-10-09T14:22:39.698" v="20844" actId="1076"/>
          <ac:grpSpMkLst>
            <pc:docMk/>
            <pc:sldMk cId="2398981201" sldId="264"/>
            <ac:grpSpMk id="77" creationId="{4D252C45-ED0E-827C-0996-D619AA1C7938}"/>
          </ac:grpSpMkLst>
        </pc:grpChg>
        <pc:grpChg chg="add mod">
          <ac:chgData name="GALVIN ADRIEL DARVELL NADAPDAP" userId="d96d2d48-157c-45a3-a63c-c139f3ce19dd" providerId="ADAL" clId="{14940F7F-4453-40AC-943A-C556E3B0742E}" dt="2025-10-09T14:22:46.047" v="20847" actId="1076"/>
          <ac:grpSpMkLst>
            <pc:docMk/>
            <pc:sldMk cId="2398981201" sldId="264"/>
            <ac:grpSpMk id="86" creationId="{A2A6A63D-66AC-B286-1A25-7293AD05FBCA}"/>
          </ac:grpSpMkLst>
        </pc:grpChg>
        <pc:grpChg chg="add mod">
          <ac:chgData name="GALVIN ADRIEL DARVELL NADAPDAP" userId="d96d2d48-157c-45a3-a63c-c139f3ce19dd" providerId="ADAL" clId="{14940F7F-4453-40AC-943A-C556E3B0742E}" dt="2025-10-09T14:24:09.381" v="20931" actId="1076"/>
          <ac:grpSpMkLst>
            <pc:docMk/>
            <pc:sldMk cId="2398981201" sldId="264"/>
            <ac:grpSpMk id="91" creationId="{CB9B2BCE-BB56-4CDF-7434-4691E38BBB1A}"/>
          </ac:grpSpMkLst>
        </pc:grpChg>
        <pc:grpChg chg="add mod">
          <ac:chgData name="GALVIN ADRIEL DARVELL NADAPDAP" userId="d96d2d48-157c-45a3-a63c-c139f3ce19dd" providerId="ADAL" clId="{14940F7F-4453-40AC-943A-C556E3B0742E}" dt="2025-10-09T14:24:29.183" v="20939" actId="1076"/>
          <ac:grpSpMkLst>
            <pc:docMk/>
            <pc:sldMk cId="2398981201" sldId="264"/>
            <ac:grpSpMk id="95" creationId="{F13B5004-4CFF-2873-5A43-8E729C673A85}"/>
          </ac:grpSpMkLst>
        </pc:grpChg>
        <pc:grpChg chg="add mod">
          <ac:chgData name="GALVIN ADRIEL DARVELL NADAPDAP" userId="d96d2d48-157c-45a3-a63c-c139f3ce19dd" providerId="ADAL" clId="{14940F7F-4453-40AC-943A-C556E3B0742E}" dt="2025-10-09T14:24:51.696" v="20982" actId="1076"/>
          <ac:grpSpMkLst>
            <pc:docMk/>
            <pc:sldMk cId="2398981201" sldId="264"/>
            <ac:grpSpMk id="98" creationId="{9E0B8F2D-7DE8-5167-499A-25BBF8867623}"/>
          </ac:grpSpMkLst>
        </pc:grpChg>
        <pc:picChg chg="add mod">
          <ac:chgData name="GALVIN ADRIEL DARVELL NADAPDAP" userId="d96d2d48-157c-45a3-a63c-c139f3ce19dd" providerId="ADAL" clId="{14940F7F-4453-40AC-943A-C556E3B0742E}" dt="2025-10-09T07:57:01.500" v="14051" actId="1076"/>
          <ac:picMkLst>
            <pc:docMk/>
            <pc:sldMk cId="2398981201" sldId="264"/>
            <ac:picMk id="9" creationId="{28B55722-7FE6-ADA5-4C81-A55A54B9A807}"/>
          </ac:picMkLst>
        </pc:picChg>
        <pc:picChg chg="add mod">
          <ac:chgData name="GALVIN ADRIEL DARVELL NADAPDAP" userId="d96d2d48-157c-45a3-a63c-c139f3ce19dd" providerId="ADAL" clId="{14940F7F-4453-40AC-943A-C556E3B0742E}" dt="2025-10-09T14:19:21.753" v="20796" actId="1076"/>
          <ac:picMkLst>
            <pc:docMk/>
            <pc:sldMk cId="2398981201" sldId="264"/>
            <ac:picMk id="22" creationId="{15B0A995-F994-9D6E-7C0A-79188ACD29FA}"/>
          </ac:picMkLst>
        </pc:picChg>
      </pc:sldChg>
      <pc:sldChg chg="addSp delSp modSp add mod">
        <pc:chgData name="GALVIN ADRIEL DARVELL NADAPDAP" userId="d96d2d48-157c-45a3-a63c-c139f3ce19dd" providerId="ADAL" clId="{14940F7F-4453-40AC-943A-C556E3B0742E}" dt="2025-10-09T13:32:35.755" v="19504" actId="14100"/>
        <pc:sldMkLst>
          <pc:docMk/>
          <pc:sldMk cId="4247956529" sldId="265"/>
        </pc:sldMkLst>
        <pc:spChg chg="add mod topLvl">
          <ac:chgData name="GALVIN ADRIEL DARVELL NADAPDAP" userId="d96d2d48-157c-45a3-a63c-c139f3ce19dd" providerId="ADAL" clId="{14940F7F-4453-40AC-943A-C556E3B0742E}" dt="2025-10-09T07:05:40.527" v="13813" actId="20577"/>
          <ac:spMkLst>
            <pc:docMk/>
            <pc:sldMk cId="4247956529" sldId="265"/>
            <ac:spMk id="7" creationId="{5CC8ACF3-1A6B-A3DC-3A31-7D848DF3B88F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9" creationId="{82FE3D8D-21DA-3C10-6493-F941141BF2E3}"/>
          </ac:spMkLst>
        </pc:spChg>
        <pc:spChg chg="mod">
          <ac:chgData name="GALVIN ADRIEL DARVELL NADAPDAP" userId="d96d2d48-157c-45a3-a63c-c139f3ce19dd" providerId="ADAL" clId="{14940F7F-4453-40AC-943A-C556E3B0742E}" dt="2025-10-09T13:32:35.755" v="19504" actId="14100"/>
          <ac:spMkLst>
            <pc:docMk/>
            <pc:sldMk cId="4247956529" sldId="265"/>
            <ac:spMk id="12" creationId="{0DB0B15C-6C19-6AD3-D6AB-46AF6622EA55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25" creationId="{C3F4AFCF-25BE-7761-F664-6647A7969745}"/>
          </ac:spMkLst>
        </pc:spChg>
        <pc:spChg chg="add mod">
          <ac:chgData name="GALVIN ADRIEL DARVELL NADAPDAP" userId="d96d2d48-157c-45a3-a63c-c139f3ce19dd" providerId="ADAL" clId="{14940F7F-4453-40AC-943A-C556E3B0742E}" dt="2025-10-08T12:52:03.285" v="11920" actId="20577"/>
          <ac:spMkLst>
            <pc:docMk/>
            <pc:sldMk cId="4247956529" sldId="265"/>
            <ac:spMk id="28" creationId="{5F3DE1D3-BCF4-4055-3596-05EC180BA95C}"/>
          </ac:spMkLst>
        </pc:spChg>
        <pc:spChg chg="add mod">
          <ac:chgData name="GALVIN ADRIEL DARVELL NADAPDAP" userId="d96d2d48-157c-45a3-a63c-c139f3ce19dd" providerId="ADAL" clId="{14940F7F-4453-40AC-943A-C556E3B0742E}" dt="2025-10-09T08:15:57.064" v="14773" actId="1037"/>
          <ac:spMkLst>
            <pc:docMk/>
            <pc:sldMk cId="4247956529" sldId="265"/>
            <ac:spMk id="31" creationId="{16AA6F3D-22D4-A40D-74C2-8103D39A618C}"/>
          </ac:spMkLst>
        </pc:spChg>
        <pc:spChg chg="add mod">
          <ac:chgData name="GALVIN ADRIEL DARVELL NADAPDAP" userId="d96d2d48-157c-45a3-a63c-c139f3ce19dd" providerId="ADAL" clId="{14940F7F-4453-40AC-943A-C556E3B0742E}" dt="2025-10-08T13:17:40.764" v="12492" actId="403"/>
          <ac:spMkLst>
            <pc:docMk/>
            <pc:sldMk cId="4247956529" sldId="265"/>
            <ac:spMk id="32" creationId="{1B2F261E-00C9-0A7D-F440-E048A6874356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33" creationId="{49A16E84-34F4-A903-FDEB-214F04771FCC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34" creationId="{C795923A-E4E6-3703-7F26-9FD1362B3B1E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35" creationId="{9ED62E24-1908-8A42-36AC-18C972D3F657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36" creationId="{CBA869D7-A7FF-3618-7315-D7D8898825EB}"/>
          </ac:spMkLst>
        </pc:spChg>
        <pc:spChg chg="add mod">
          <ac:chgData name="GALVIN ADRIEL DARVELL NADAPDAP" userId="d96d2d48-157c-45a3-a63c-c139f3ce19dd" providerId="ADAL" clId="{14940F7F-4453-40AC-943A-C556E3B0742E}" dt="2025-10-09T08:15:31.200" v="14718" actId="1038"/>
          <ac:spMkLst>
            <pc:docMk/>
            <pc:sldMk cId="4247956529" sldId="265"/>
            <ac:spMk id="37" creationId="{7B639E1A-1006-46C7-916B-B4A6086FB244}"/>
          </ac:spMkLst>
        </pc:spChg>
        <pc:spChg chg="add mod">
          <ac:chgData name="GALVIN ADRIEL DARVELL NADAPDAP" userId="d96d2d48-157c-45a3-a63c-c139f3ce19dd" providerId="ADAL" clId="{14940F7F-4453-40AC-943A-C556E3B0742E}" dt="2025-10-09T08:15:26.953" v="14712" actId="1037"/>
          <ac:spMkLst>
            <pc:docMk/>
            <pc:sldMk cId="4247956529" sldId="265"/>
            <ac:spMk id="38" creationId="{62E655C4-07DC-8C08-8ACA-0E25CDFD28B0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40" creationId="{9AAD0DBD-A603-FD73-AC7F-8680D8353D35}"/>
          </ac:spMkLst>
        </pc:spChg>
        <pc:spChg chg="add mod">
          <ac:chgData name="GALVIN ADRIEL DARVELL NADAPDAP" userId="d96d2d48-157c-45a3-a63c-c139f3ce19dd" providerId="ADAL" clId="{14940F7F-4453-40AC-943A-C556E3B0742E}" dt="2025-10-09T08:15:15.711" v="14700" actId="20577"/>
          <ac:spMkLst>
            <pc:docMk/>
            <pc:sldMk cId="4247956529" sldId="265"/>
            <ac:spMk id="41" creationId="{5B381A5B-F1DE-6F47-0D79-654572717D7B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42" creationId="{5B43F897-4586-A39B-D971-852635567746}"/>
          </ac:spMkLst>
        </pc:spChg>
        <pc:spChg chg="add mod">
          <ac:chgData name="GALVIN ADRIEL DARVELL NADAPDAP" userId="d96d2d48-157c-45a3-a63c-c139f3ce19dd" providerId="ADAL" clId="{14940F7F-4453-40AC-943A-C556E3B0742E}" dt="2025-10-09T08:15:03.889" v="14692" actId="1037"/>
          <ac:spMkLst>
            <pc:docMk/>
            <pc:sldMk cId="4247956529" sldId="265"/>
            <ac:spMk id="43" creationId="{8B1331E9-E65D-D8DF-728E-BAB1DF25A758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44" creationId="{648D3160-5A9A-2A1D-CD10-504EAFAD37D7}"/>
          </ac:spMkLst>
        </pc:spChg>
        <pc:spChg chg="add mod">
          <ac:chgData name="GALVIN ADRIEL DARVELL NADAPDAP" userId="d96d2d48-157c-45a3-a63c-c139f3ce19dd" providerId="ADAL" clId="{14940F7F-4453-40AC-943A-C556E3B0742E}" dt="2025-10-09T08:21:42.078" v="14842" actId="404"/>
          <ac:spMkLst>
            <pc:docMk/>
            <pc:sldMk cId="4247956529" sldId="265"/>
            <ac:spMk id="45" creationId="{81D88E69-5D24-87D5-7F0D-F3575EA05E16}"/>
          </ac:spMkLst>
        </pc:spChg>
        <pc:spChg chg="add mod">
          <ac:chgData name="GALVIN ADRIEL DARVELL NADAPDAP" userId="d96d2d48-157c-45a3-a63c-c139f3ce19dd" providerId="ADAL" clId="{14940F7F-4453-40AC-943A-C556E3B0742E}" dt="2025-10-09T07:05:32.086" v="13810" actId="20577"/>
          <ac:spMkLst>
            <pc:docMk/>
            <pc:sldMk cId="4247956529" sldId="265"/>
            <ac:spMk id="47" creationId="{51C53958-9839-9818-B2BA-388246BB75F3}"/>
          </ac:spMkLst>
        </pc:spChg>
        <pc:spChg chg="add mod">
          <ac:chgData name="GALVIN ADRIEL DARVELL NADAPDAP" userId="d96d2d48-157c-45a3-a63c-c139f3ce19dd" providerId="ADAL" clId="{14940F7F-4453-40AC-943A-C556E3B0742E}" dt="2025-10-08T14:16:06.723" v="12764" actId="14100"/>
          <ac:spMkLst>
            <pc:docMk/>
            <pc:sldMk cId="4247956529" sldId="265"/>
            <ac:spMk id="49" creationId="{4D8CCE1E-FC73-FB71-D7ED-728C44C41F86}"/>
          </ac:spMkLst>
        </pc:spChg>
        <pc:spChg chg="add del mod">
          <ac:chgData name="GALVIN ADRIEL DARVELL NADAPDAP" userId="d96d2d48-157c-45a3-a63c-c139f3ce19dd" providerId="ADAL" clId="{14940F7F-4453-40AC-943A-C556E3B0742E}" dt="2025-10-08T14:16:12.441" v="12766" actId="14100"/>
          <ac:spMkLst>
            <pc:docMk/>
            <pc:sldMk cId="4247956529" sldId="265"/>
            <ac:spMk id="50" creationId="{3215325A-2D40-B138-E12C-6CB2E1589DCC}"/>
          </ac:spMkLst>
        </pc:spChg>
        <pc:spChg chg="add mod ord">
          <ac:chgData name="GALVIN ADRIEL DARVELL NADAPDAP" userId="d96d2d48-157c-45a3-a63c-c139f3ce19dd" providerId="ADAL" clId="{14940F7F-4453-40AC-943A-C556E3B0742E}" dt="2025-10-08T12:42:07.890" v="11636" actId="14100"/>
          <ac:spMkLst>
            <pc:docMk/>
            <pc:sldMk cId="4247956529" sldId="265"/>
            <ac:spMk id="52" creationId="{F06F2A04-6176-3DF0-901B-D21694D1032B}"/>
          </ac:spMkLst>
        </pc:spChg>
        <pc:spChg chg="add mod ord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53" creationId="{ACF5CBA2-A054-AE14-3CD9-E31844672668}"/>
          </ac:spMkLst>
        </pc:spChg>
        <pc:spChg chg="add mod ord topLvl">
          <ac:chgData name="GALVIN ADRIEL DARVELL NADAPDAP" userId="d96d2d48-157c-45a3-a63c-c139f3ce19dd" providerId="ADAL" clId="{14940F7F-4453-40AC-943A-C556E3B0742E}" dt="2025-10-08T13:21:55.304" v="12522" actId="14100"/>
          <ac:spMkLst>
            <pc:docMk/>
            <pc:sldMk cId="4247956529" sldId="265"/>
            <ac:spMk id="56" creationId="{67DAF31F-B756-936B-7DA2-D23AFD7E20D4}"/>
          </ac:spMkLst>
        </pc:spChg>
        <pc:spChg chg="add mod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58" creationId="{2478E833-B1AE-1D0A-0B98-A228845AB258}"/>
          </ac:spMkLst>
        </pc:spChg>
        <pc:spChg chg="add mod">
          <ac:chgData name="GALVIN ADRIEL DARVELL NADAPDAP" userId="d96d2d48-157c-45a3-a63c-c139f3ce19dd" providerId="ADAL" clId="{14940F7F-4453-40AC-943A-C556E3B0742E}" dt="2025-10-08T13:23:44.906" v="12561" actId="1076"/>
          <ac:spMkLst>
            <pc:docMk/>
            <pc:sldMk cId="4247956529" sldId="265"/>
            <ac:spMk id="59" creationId="{406A6584-3125-6FCD-27A0-176858ECC7A4}"/>
          </ac:spMkLst>
        </pc:spChg>
        <pc:spChg chg="add mod">
          <ac:chgData name="GALVIN ADRIEL DARVELL NADAPDAP" userId="d96d2d48-157c-45a3-a63c-c139f3ce19dd" providerId="ADAL" clId="{14940F7F-4453-40AC-943A-C556E3B0742E}" dt="2025-10-08T13:06:49.255" v="12400" actId="20577"/>
          <ac:spMkLst>
            <pc:docMk/>
            <pc:sldMk cId="4247956529" sldId="265"/>
            <ac:spMk id="60" creationId="{AAC2813E-0FD5-E998-5C72-123B9342CE27}"/>
          </ac:spMkLst>
        </pc:spChg>
        <pc:spChg chg="add mod ord">
          <ac:chgData name="GALVIN ADRIEL DARVELL NADAPDAP" userId="d96d2d48-157c-45a3-a63c-c139f3ce19dd" providerId="ADAL" clId="{14940F7F-4453-40AC-943A-C556E3B0742E}" dt="2025-10-08T13:23:09.305" v="12552" actId="14100"/>
          <ac:spMkLst>
            <pc:docMk/>
            <pc:sldMk cId="4247956529" sldId="265"/>
            <ac:spMk id="61" creationId="{37296A1A-535A-F23B-E1D9-DCC367DC0259}"/>
          </ac:spMkLst>
        </pc:spChg>
        <pc:spChg chg="add del mod">
          <ac:chgData name="GALVIN ADRIEL DARVELL NADAPDAP" userId="d96d2d48-157c-45a3-a63c-c139f3ce19dd" providerId="ADAL" clId="{14940F7F-4453-40AC-943A-C556E3B0742E}" dt="2025-10-08T13:22:00.385" v="12525" actId="1076"/>
          <ac:spMkLst>
            <pc:docMk/>
            <pc:sldMk cId="4247956529" sldId="265"/>
            <ac:spMk id="63" creationId="{E36C2DBA-6AA5-882C-1A07-AA7290E899C7}"/>
          </ac:spMkLst>
        </pc:spChg>
        <pc:spChg chg="add mod">
          <ac:chgData name="GALVIN ADRIEL DARVELL NADAPDAP" userId="d96d2d48-157c-45a3-a63c-c139f3ce19dd" providerId="ADAL" clId="{14940F7F-4453-40AC-943A-C556E3B0742E}" dt="2025-10-08T14:16:21.858" v="12769" actId="1076"/>
          <ac:spMkLst>
            <pc:docMk/>
            <pc:sldMk cId="4247956529" sldId="265"/>
            <ac:spMk id="68" creationId="{EFF135D5-71EA-3EE2-2718-0478F32ED4D9}"/>
          </ac:spMkLst>
        </pc:spChg>
        <pc:spChg chg="add mod ord">
          <ac:chgData name="GALVIN ADRIEL DARVELL NADAPDAP" userId="d96d2d48-157c-45a3-a63c-c139f3ce19dd" providerId="ADAL" clId="{14940F7F-4453-40AC-943A-C556E3B0742E}" dt="2025-10-08T14:16:09.793" v="12765" actId="14100"/>
          <ac:spMkLst>
            <pc:docMk/>
            <pc:sldMk cId="4247956529" sldId="265"/>
            <ac:spMk id="76" creationId="{20219F37-4BDB-09A7-944D-9F42005E0580}"/>
          </ac:spMkLst>
        </pc:spChg>
        <pc:spChg chg="add mod">
          <ac:chgData name="GALVIN ADRIEL DARVELL NADAPDAP" userId="d96d2d48-157c-45a3-a63c-c139f3ce19dd" providerId="ADAL" clId="{14940F7F-4453-40AC-943A-C556E3B0742E}" dt="2025-10-08T14:16:29.090" v="12771" actId="1076"/>
          <ac:spMkLst>
            <pc:docMk/>
            <pc:sldMk cId="4247956529" sldId="265"/>
            <ac:spMk id="77" creationId="{8DB916C4-8D06-3D9B-62D2-4673528C8970}"/>
          </ac:spMkLst>
        </pc:spChg>
        <pc:spChg chg="add mod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93" creationId="{805CECDA-92CA-ADB9-DED1-220E4B58953C}"/>
          </ac:spMkLst>
        </pc:spChg>
        <pc:spChg chg="add mod">
          <ac:chgData name="GALVIN ADRIEL DARVELL NADAPDAP" userId="d96d2d48-157c-45a3-a63c-c139f3ce19dd" providerId="ADAL" clId="{14940F7F-4453-40AC-943A-C556E3B0742E}" dt="2025-10-08T13:22:39.689" v="12541" actId="1076"/>
          <ac:spMkLst>
            <pc:docMk/>
            <pc:sldMk cId="4247956529" sldId="265"/>
            <ac:spMk id="94" creationId="{4D2449E6-E8D6-2830-9966-94AF1D707F90}"/>
          </ac:spMkLst>
        </pc:spChg>
        <pc:spChg chg="add mod">
          <ac:chgData name="GALVIN ADRIEL DARVELL NADAPDAP" userId="d96d2d48-157c-45a3-a63c-c139f3ce19dd" providerId="ADAL" clId="{14940F7F-4453-40AC-943A-C556E3B0742E}" dt="2025-10-08T13:22:23.844" v="12534" actId="14100"/>
          <ac:spMkLst>
            <pc:docMk/>
            <pc:sldMk cId="4247956529" sldId="265"/>
            <ac:spMk id="96" creationId="{0DC19E51-10A8-A5C8-2FE2-B83EFCBB3C55}"/>
          </ac:spMkLst>
        </pc:spChg>
        <pc:spChg chg="add mod">
          <ac:chgData name="GALVIN ADRIEL DARVELL NADAPDAP" userId="d96d2d48-157c-45a3-a63c-c139f3ce19dd" providerId="ADAL" clId="{14940F7F-4453-40AC-943A-C556E3B0742E}" dt="2025-10-08T14:16:25.033" v="12770" actId="1076"/>
          <ac:spMkLst>
            <pc:docMk/>
            <pc:sldMk cId="4247956529" sldId="265"/>
            <ac:spMk id="100" creationId="{373DCADC-7890-EF86-BFEE-3492E4FB7E46}"/>
          </ac:spMkLst>
        </pc:spChg>
        <pc:spChg chg="mod ord">
          <ac:chgData name="GALVIN ADRIEL DARVELL NADAPDAP" userId="d96d2d48-157c-45a3-a63c-c139f3ce19dd" providerId="ADAL" clId="{14940F7F-4453-40AC-943A-C556E3B0742E}" dt="2025-10-08T12:42:07.951" v="11638" actId="1076"/>
          <ac:spMkLst>
            <pc:docMk/>
            <pc:sldMk cId="4247956529" sldId="265"/>
            <ac:spMk id="131" creationId="{09B7B6A0-CF10-2E07-04C7-3738B929A879}"/>
          </ac:spMkLst>
        </pc:spChg>
        <pc:spChg chg="add mod topLvl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134" creationId="{27713A5F-14DB-2189-1BF3-E39405A81EEC}"/>
          </ac:spMkLst>
        </pc:spChg>
        <pc:spChg chg="add mod ord">
          <ac:chgData name="GALVIN ADRIEL DARVELL NADAPDAP" userId="d96d2d48-157c-45a3-a63c-c139f3ce19dd" providerId="ADAL" clId="{14940F7F-4453-40AC-943A-C556E3B0742E}" dt="2025-10-08T13:23:07.274" v="12551" actId="1076"/>
          <ac:spMkLst>
            <pc:docMk/>
            <pc:sldMk cId="4247956529" sldId="265"/>
            <ac:spMk id="135" creationId="{AD1B3BCD-FBCB-19CB-ACBD-4B7C9720CECC}"/>
          </ac:spMkLst>
        </pc:spChg>
        <pc:spChg chg="add mod">
          <ac:chgData name="GALVIN ADRIEL DARVELL NADAPDAP" userId="d96d2d48-157c-45a3-a63c-c139f3ce19dd" providerId="ADAL" clId="{14940F7F-4453-40AC-943A-C556E3B0742E}" dt="2025-10-08T13:23:07.274" v="12551" actId="1076"/>
          <ac:spMkLst>
            <pc:docMk/>
            <pc:sldMk cId="4247956529" sldId="265"/>
            <ac:spMk id="136" creationId="{871F95E4-5167-48D6-E953-595044279B3C}"/>
          </ac:spMkLst>
        </pc:spChg>
        <pc:spChg chg="add mod topLvl">
          <ac:chgData name="GALVIN ADRIEL DARVELL NADAPDAP" userId="d96d2d48-157c-45a3-a63c-c139f3ce19dd" providerId="ADAL" clId="{14940F7F-4453-40AC-943A-C556E3B0742E}" dt="2025-10-08T13:23:21.338" v="12555" actId="14100"/>
          <ac:spMkLst>
            <pc:docMk/>
            <pc:sldMk cId="4247956529" sldId="265"/>
            <ac:spMk id="139" creationId="{BF0870F5-F92D-1B10-7601-695F1A2BCE01}"/>
          </ac:spMkLst>
        </pc:spChg>
        <pc:spChg chg="add mod ord">
          <ac:chgData name="GALVIN ADRIEL DARVELL NADAPDAP" userId="d96d2d48-157c-45a3-a63c-c139f3ce19dd" providerId="ADAL" clId="{14940F7F-4453-40AC-943A-C556E3B0742E}" dt="2025-10-08T12:44:46.324" v="11728" actId="164"/>
          <ac:spMkLst>
            <pc:docMk/>
            <pc:sldMk cId="4247956529" sldId="265"/>
            <ac:spMk id="140" creationId="{16D10D57-AB41-39E9-5AF6-EF7FE3D5DE1D}"/>
          </ac:spMkLst>
        </pc:spChg>
        <pc:spChg chg="add mod ord">
          <ac:chgData name="GALVIN ADRIEL DARVELL NADAPDAP" userId="d96d2d48-157c-45a3-a63c-c139f3ce19dd" providerId="ADAL" clId="{14940F7F-4453-40AC-943A-C556E3B0742E}" dt="2025-10-08T12:45:23.684" v="11739" actId="164"/>
          <ac:spMkLst>
            <pc:docMk/>
            <pc:sldMk cId="4247956529" sldId="265"/>
            <ac:spMk id="148" creationId="{8A222AA5-3DDC-9D52-103A-D0D5BFAD1568}"/>
          </ac:spMkLst>
        </pc:spChg>
        <pc:spChg chg="add mod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154" creationId="{FB39951D-C220-2CF2-2F5A-35B58DF44A20}"/>
          </ac:spMkLst>
        </pc:spChg>
        <pc:spChg chg="add mod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156" creationId="{4593E966-1037-F871-F646-9710BC4B815C}"/>
          </ac:spMkLst>
        </pc:spChg>
        <pc:spChg chg="add mod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168" creationId="{AAA609CC-6BB6-6E6A-75DB-2025372351AC}"/>
          </ac:spMkLst>
        </pc:spChg>
        <pc:spChg chg="add mod">
          <ac:chgData name="GALVIN ADRIEL DARVELL NADAPDAP" userId="d96d2d48-157c-45a3-a63c-c139f3ce19dd" providerId="ADAL" clId="{14940F7F-4453-40AC-943A-C556E3B0742E}" dt="2025-10-08T13:22:30.081" v="12537" actId="1076"/>
          <ac:spMkLst>
            <pc:docMk/>
            <pc:sldMk cId="4247956529" sldId="265"/>
            <ac:spMk id="169" creationId="{896FD052-F286-958A-A73B-916F9B857F06}"/>
          </ac:spMkLst>
        </pc:spChg>
        <pc:spChg chg="add mod">
          <ac:chgData name="GALVIN ADRIEL DARVELL NADAPDAP" userId="d96d2d48-157c-45a3-a63c-c139f3ce19dd" providerId="ADAL" clId="{14940F7F-4453-40AC-943A-C556E3B0742E}" dt="2025-10-08T13:02:47.569" v="12307" actId="1076"/>
          <ac:spMkLst>
            <pc:docMk/>
            <pc:sldMk cId="4247956529" sldId="265"/>
            <ac:spMk id="170" creationId="{60B57328-DF6E-2EF6-D469-A627D6A0B0B0}"/>
          </ac:spMkLst>
        </pc:spChg>
        <pc:spChg chg="add mod topLvl">
          <ac:chgData name="GALVIN ADRIEL DARVELL NADAPDAP" userId="d96d2d48-157c-45a3-a63c-c139f3ce19dd" providerId="ADAL" clId="{14940F7F-4453-40AC-943A-C556E3B0742E}" dt="2025-10-08T13:13:54.528" v="12487" actId="1076"/>
          <ac:spMkLst>
            <pc:docMk/>
            <pc:sldMk cId="4247956529" sldId="265"/>
            <ac:spMk id="171" creationId="{50BB6039-ED57-760D-3838-1BF85C37DC8A}"/>
          </ac:spMkLst>
        </pc:spChg>
        <pc:spChg chg="add mod">
          <ac:chgData name="GALVIN ADRIEL DARVELL NADAPDAP" userId="d96d2d48-157c-45a3-a63c-c139f3ce19dd" providerId="ADAL" clId="{14940F7F-4453-40AC-943A-C556E3B0742E}" dt="2025-10-08T13:22:32.065" v="12538" actId="1076"/>
          <ac:spMkLst>
            <pc:docMk/>
            <pc:sldMk cId="4247956529" sldId="265"/>
            <ac:spMk id="177" creationId="{5DFEDF5E-74A1-7C1A-E96E-F3DB79C4A664}"/>
          </ac:spMkLst>
        </pc:spChg>
        <pc:spChg chg="add mod">
          <ac:chgData name="GALVIN ADRIEL DARVELL NADAPDAP" userId="d96d2d48-157c-45a3-a63c-c139f3ce19dd" providerId="ADAL" clId="{14940F7F-4453-40AC-943A-C556E3B0742E}" dt="2025-10-09T06:02:33.086" v="13725" actId="164"/>
          <ac:spMkLst>
            <pc:docMk/>
            <pc:sldMk cId="4247956529" sldId="265"/>
            <ac:spMk id="179" creationId="{5606EC6C-A6ED-E912-A804-86AAFB34252D}"/>
          </ac:spMkLst>
        </pc:spChg>
        <pc:spChg chg="add mod">
          <ac:chgData name="GALVIN ADRIEL DARVELL NADAPDAP" userId="d96d2d48-157c-45a3-a63c-c139f3ce19dd" providerId="ADAL" clId="{14940F7F-4453-40AC-943A-C556E3B0742E}" dt="2025-10-08T13:22:16.745" v="12530" actId="1076"/>
          <ac:spMkLst>
            <pc:docMk/>
            <pc:sldMk cId="4247956529" sldId="265"/>
            <ac:spMk id="183" creationId="{A0671F5A-A1C4-E372-F67C-8243E8F800A1}"/>
          </ac:spMkLst>
        </pc:spChg>
        <pc:spChg chg="add mod">
          <ac:chgData name="GALVIN ADRIEL DARVELL NADAPDAP" userId="d96d2d48-157c-45a3-a63c-c139f3ce19dd" providerId="ADAL" clId="{14940F7F-4453-40AC-943A-C556E3B0742E}" dt="2025-10-09T07:06:45.687" v="13815" actId="20577"/>
          <ac:spMkLst>
            <pc:docMk/>
            <pc:sldMk cId="4247956529" sldId="265"/>
            <ac:spMk id="189" creationId="{AC1F93CC-B87F-D8A8-24AB-CA683BB518BB}"/>
          </ac:spMkLst>
        </pc:spChg>
        <pc:spChg chg="add mod">
          <ac:chgData name="GALVIN ADRIEL DARVELL NADAPDAP" userId="d96d2d48-157c-45a3-a63c-c139f3ce19dd" providerId="ADAL" clId="{14940F7F-4453-40AC-943A-C556E3B0742E}" dt="2025-10-08T13:17:37.772" v="12491" actId="14100"/>
          <ac:spMkLst>
            <pc:docMk/>
            <pc:sldMk cId="4247956529" sldId="265"/>
            <ac:spMk id="192" creationId="{2467255F-8766-4FC8-75D4-76EF3540B542}"/>
          </ac:spMkLst>
        </pc:spChg>
        <pc:spChg chg="add mod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194" creationId="{6A55E1E7-F84A-388A-EA9C-38848BB6EB51}"/>
          </ac:spMkLst>
        </pc:spChg>
        <pc:spChg chg="add mod">
          <ac:chgData name="GALVIN ADRIEL DARVELL NADAPDAP" userId="d96d2d48-157c-45a3-a63c-c139f3ce19dd" providerId="ADAL" clId="{14940F7F-4453-40AC-943A-C556E3B0742E}" dt="2025-10-08T13:07:52.333" v="12420" actId="20577"/>
          <ac:spMkLst>
            <pc:docMk/>
            <pc:sldMk cId="4247956529" sldId="265"/>
            <ac:spMk id="195" creationId="{13A3CCE4-ECBC-F958-E952-EEA517B2D8B4}"/>
          </ac:spMkLst>
        </pc:spChg>
        <pc:spChg chg="add mod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196" creationId="{DD0B9BD4-DBA9-838D-D23F-C4ECF98B2D5D}"/>
          </ac:spMkLst>
        </pc:spChg>
        <pc:spChg chg="add mod">
          <ac:chgData name="GALVIN ADRIEL DARVELL NADAPDAP" userId="d96d2d48-157c-45a3-a63c-c139f3ce19dd" providerId="ADAL" clId="{14940F7F-4453-40AC-943A-C556E3B0742E}" dt="2025-10-08T13:13:12.587" v="12474" actId="1076"/>
          <ac:spMkLst>
            <pc:docMk/>
            <pc:sldMk cId="4247956529" sldId="265"/>
            <ac:spMk id="197" creationId="{1061863A-9934-DE90-0ACD-A129CF692F11}"/>
          </ac:spMkLst>
        </pc:spChg>
        <pc:spChg chg="add mod">
          <ac:chgData name="GALVIN ADRIEL DARVELL NADAPDAP" userId="d96d2d48-157c-45a3-a63c-c139f3ce19dd" providerId="ADAL" clId="{14940F7F-4453-40AC-943A-C556E3B0742E}" dt="2025-10-09T06:02:12.968" v="13721" actId="1076"/>
          <ac:spMkLst>
            <pc:docMk/>
            <pc:sldMk cId="4247956529" sldId="265"/>
            <ac:spMk id="198" creationId="{05E10227-7726-E7F1-6B64-7C9DD2198E7E}"/>
          </ac:spMkLst>
        </pc:spChg>
        <pc:spChg chg="add mod">
          <ac:chgData name="GALVIN ADRIEL DARVELL NADAPDAP" userId="d96d2d48-157c-45a3-a63c-c139f3ce19dd" providerId="ADAL" clId="{14940F7F-4453-40AC-943A-C556E3B0742E}" dt="2025-10-08T13:23:13.984" v="12554" actId="1076"/>
          <ac:spMkLst>
            <pc:docMk/>
            <pc:sldMk cId="4247956529" sldId="265"/>
            <ac:spMk id="199" creationId="{10C279C3-C6C1-C96A-67CB-5F53610ADC10}"/>
          </ac:spMkLst>
        </pc:spChg>
        <pc:spChg chg="add mod">
          <ac:chgData name="GALVIN ADRIEL DARVELL NADAPDAP" userId="d96d2d48-157c-45a3-a63c-c139f3ce19dd" providerId="ADAL" clId="{14940F7F-4453-40AC-943A-C556E3B0742E}" dt="2025-10-08T13:22:35.537" v="12540" actId="1076"/>
          <ac:spMkLst>
            <pc:docMk/>
            <pc:sldMk cId="4247956529" sldId="265"/>
            <ac:spMk id="200" creationId="{8006EA64-6417-1269-2DFB-3DF102B75713}"/>
          </ac:spMkLst>
        </pc:spChg>
        <pc:spChg chg="add mod">
          <ac:chgData name="GALVIN ADRIEL DARVELL NADAPDAP" userId="d96d2d48-157c-45a3-a63c-c139f3ce19dd" providerId="ADAL" clId="{14940F7F-4453-40AC-943A-C556E3B0742E}" dt="2025-10-09T08:22:18.932" v="14848" actId="1076"/>
          <ac:spMkLst>
            <pc:docMk/>
            <pc:sldMk cId="4247956529" sldId="265"/>
            <ac:spMk id="201" creationId="{F6628808-C36B-F4A7-909F-5894E0FCC5EE}"/>
          </ac:spMkLst>
        </pc:spChg>
        <pc:spChg chg="mod ord topLvl">
          <ac:chgData name="GALVIN ADRIEL DARVELL NADAPDAP" userId="d96d2d48-157c-45a3-a63c-c139f3ce19dd" providerId="ADAL" clId="{14940F7F-4453-40AC-943A-C556E3B0742E}" dt="2025-10-09T06:02:33.086" v="13725" actId="164"/>
          <ac:spMkLst>
            <pc:docMk/>
            <pc:sldMk cId="4247956529" sldId="265"/>
            <ac:spMk id="204" creationId="{5A206BFB-210C-6FE8-89AB-8FA43C43BD4C}"/>
          </ac:spMkLst>
        </pc:spChg>
        <pc:grpChg chg="add mod">
          <ac:chgData name="GALVIN ADRIEL DARVELL NADAPDAP" userId="d96d2d48-157c-45a3-a63c-c139f3ce19dd" providerId="ADAL" clId="{14940F7F-4453-40AC-943A-C556E3B0742E}" dt="2025-10-09T06:02:33.086" v="13725" actId="164"/>
          <ac:grpSpMkLst>
            <pc:docMk/>
            <pc:sldMk cId="4247956529" sldId="265"/>
            <ac:grpSpMk id="2" creationId="{7C4CF882-FC45-8AEA-19B1-8E987852FD03}"/>
          </ac:grpSpMkLst>
        </pc:grpChg>
        <pc:grpChg chg="mod">
          <ac:chgData name="GALVIN ADRIEL DARVELL NADAPDAP" userId="d96d2d48-157c-45a3-a63c-c139f3ce19dd" providerId="ADAL" clId="{14940F7F-4453-40AC-943A-C556E3B0742E}" dt="2025-10-08T11:47:21.499" v="10820" actId="1076"/>
          <ac:grpSpMkLst>
            <pc:docMk/>
            <pc:sldMk cId="4247956529" sldId="265"/>
            <ac:grpSpMk id="10" creationId="{CF6A7C95-C094-8540-1720-A3FFE076E49A}"/>
          </ac:grpSpMkLst>
        </pc:grpChg>
        <pc:grpChg chg="mod">
          <ac:chgData name="GALVIN ADRIEL DARVELL NADAPDAP" userId="d96d2d48-157c-45a3-a63c-c139f3ce19dd" providerId="ADAL" clId="{14940F7F-4453-40AC-943A-C556E3B0742E}" dt="2025-10-09T08:22:03.544" v="14845" actId="14100"/>
          <ac:grpSpMkLst>
            <pc:docMk/>
            <pc:sldMk cId="4247956529" sldId="265"/>
            <ac:grpSpMk id="46" creationId="{95DEDE28-70F2-3E78-03B5-19B610F141B8}"/>
          </ac:grpSpMkLst>
        </pc:grpChg>
        <pc:grpChg chg="add mod">
          <ac:chgData name="GALVIN ADRIEL DARVELL NADAPDAP" userId="d96d2d48-157c-45a3-a63c-c139f3ce19dd" providerId="ADAL" clId="{14940F7F-4453-40AC-943A-C556E3B0742E}" dt="2025-10-08T13:22:27.780" v="12536" actId="14100"/>
          <ac:grpSpMkLst>
            <pc:docMk/>
            <pc:sldMk cId="4247956529" sldId="265"/>
            <ac:grpSpMk id="157" creationId="{8E6A9B27-4497-C8B0-E3B1-6824BB72A21F}"/>
          </ac:grpSpMkLst>
        </pc:grpChg>
        <pc:grpChg chg="add mod">
          <ac:chgData name="GALVIN ADRIEL DARVELL NADAPDAP" userId="d96d2d48-157c-45a3-a63c-c139f3ce19dd" providerId="ADAL" clId="{14940F7F-4453-40AC-943A-C556E3B0742E}" dt="2025-10-09T06:01:57.833" v="13716" actId="14100"/>
          <ac:grpSpMkLst>
            <pc:docMk/>
            <pc:sldMk cId="4247956529" sldId="265"/>
            <ac:grpSpMk id="159" creationId="{CF67295C-DCFE-9238-42DC-4D552CF8B52D}"/>
          </ac:grpSpMkLst>
        </pc:grpChg>
        <pc:grpChg chg="add mod">
          <ac:chgData name="GALVIN ADRIEL DARVELL NADAPDAP" userId="d96d2d48-157c-45a3-a63c-c139f3ce19dd" providerId="ADAL" clId="{14940F7F-4453-40AC-943A-C556E3B0742E}" dt="2025-10-08T14:16:15.821" v="12768" actId="1076"/>
          <ac:grpSpMkLst>
            <pc:docMk/>
            <pc:sldMk cId="4247956529" sldId="265"/>
            <ac:grpSpMk id="193" creationId="{08222A2B-EC09-9785-B21A-373AB1D89CD7}"/>
          </ac:grpSpMkLst>
        </pc:grpChg>
        <pc:picChg chg="add mod modCrop">
          <ac:chgData name="GALVIN ADRIEL DARVELL NADAPDAP" userId="d96d2d48-157c-45a3-a63c-c139f3ce19dd" providerId="ADAL" clId="{14940F7F-4453-40AC-943A-C556E3B0742E}" dt="2025-10-09T06:02:08.575" v="13720" actId="1076"/>
          <ac:picMkLst>
            <pc:docMk/>
            <pc:sldMk cId="4247956529" sldId="265"/>
            <ac:picMk id="149" creationId="{5B75A14E-5BA0-CE00-4DFC-257A7CD31B00}"/>
          </ac:picMkLst>
        </pc:picChg>
        <pc:cxnChg chg="add mod">
          <ac:chgData name="GALVIN ADRIEL DARVELL NADAPDAP" userId="d96d2d48-157c-45a3-a63c-c139f3ce19dd" providerId="ADAL" clId="{14940F7F-4453-40AC-943A-C556E3B0742E}" dt="2025-10-08T13:03:07.252" v="12312" actId="1076"/>
          <ac:cxnSpMkLst>
            <pc:docMk/>
            <pc:sldMk cId="4247956529" sldId="265"/>
            <ac:cxnSpMk id="191" creationId="{24EDCFC0-BD9E-919F-F165-8EDFF35F460B}"/>
          </ac:cxnSpMkLst>
        </pc:cxnChg>
      </pc:sldChg>
      <pc:sldChg chg="addSp delSp modSp add mod modAnim">
        <pc:chgData name="GALVIN ADRIEL DARVELL NADAPDAP" userId="d96d2d48-157c-45a3-a63c-c139f3ce19dd" providerId="ADAL" clId="{14940F7F-4453-40AC-943A-C556E3B0742E}" dt="2025-10-09T14:16:14.334" v="20767" actId="14100"/>
        <pc:sldMkLst>
          <pc:docMk/>
          <pc:sldMk cId="781063371" sldId="266"/>
        </pc:sldMkLst>
        <pc:spChg chg="add mod">
          <ac:chgData name="GALVIN ADRIEL DARVELL NADAPDAP" userId="d96d2d48-157c-45a3-a63c-c139f3ce19dd" providerId="ADAL" clId="{14940F7F-4453-40AC-943A-C556E3B0742E}" dt="2025-10-09T07:55:31.875" v="14013" actId="1038"/>
          <ac:spMkLst>
            <pc:docMk/>
            <pc:sldMk cId="781063371" sldId="266"/>
            <ac:spMk id="2" creationId="{2939EE12-7BD8-42B6-D133-D26D09CE57E3}"/>
          </ac:spMkLst>
        </pc:spChg>
        <pc:spChg chg="add mod">
          <ac:chgData name="GALVIN ADRIEL DARVELL NADAPDAP" userId="d96d2d48-157c-45a3-a63c-c139f3ce19dd" providerId="ADAL" clId="{14940F7F-4453-40AC-943A-C556E3B0742E}" dt="2025-10-09T08:18:29.326" v="14816" actId="1037"/>
          <ac:spMkLst>
            <pc:docMk/>
            <pc:sldMk cId="781063371" sldId="266"/>
            <ac:spMk id="3" creationId="{C833CA84-CB53-93E5-D5B6-172197786B29}"/>
          </ac:spMkLst>
        </pc:spChg>
        <pc:spChg chg="add mod">
          <ac:chgData name="GALVIN ADRIEL DARVELL NADAPDAP" userId="d96d2d48-157c-45a3-a63c-c139f3ce19dd" providerId="ADAL" clId="{14940F7F-4453-40AC-943A-C556E3B0742E}" dt="2025-10-09T08:18:30.886" v="14820" actId="1037"/>
          <ac:spMkLst>
            <pc:docMk/>
            <pc:sldMk cId="781063371" sldId="266"/>
            <ac:spMk id="4" creationId="{B13395F5-1F89-8220-0310-1AE2B21C0D25}"/>
          </ac:spMkLst>
        </pc:spChg>
        <pc:spChg chg="add mod">
          <ac:chgData name="GALVIN ADRIEL DARVELL NADAPDAP" userId="d96d2d48-157c-45a3-a63c-c139f3ce19dd" providerId="ADAL" clId="{14940F7F-4453-40AC-943A-C556E3B0742E}" dt="2025-10-09T13:31:33.993" v="19485" actId="1036"/>
          <ac:spMkLst>
            <pc:docMk/>
            <pc:sldMk cId="781063371" sldId="266"/>
            <ac:spMk id="5" creationId="{2A58D563-BDE6-E7F6-E3BA-95C15B31D330}"/>
          </ac:spMkLst>
        </pc:spChg>
        <pc:spChg chg="add mod">
          <ac:chgData name="GALVIN ADRIEL DARVELL NADAPDAP" userId="d96d2d48-157c-45a3-a63c-c139f3ce19dd" providerId="ADAL" clId="{14940F7F-4453-40AC-943A-C556E3B0742E}" dt="2025-10-09T12:57:21.543" v="19423" actId="14100"/>
          <ac:spMkLst>
            <pc:docMk/>
            <pc:sldMk cId="781063371" sldId="266"/>
            <ac:spMk id="8" creationId="{1965E2F4-AF45-285F-3C39-2AA7F7389BB6}"/>
          </ac:spMkLst>
        </pc:spChg>
        <pc:spChg chg="add mod">
          <ac:chgData name="GALVIN ADRIEL DARVELL NADAPDAP" userId="d96d2d48-157c-45a3-a63c-c139f3ce19dd" providerId="ADAL" clId="{14940F7F-4453-40AC-943A-C556E3B0742E}" dt="2025-10-09T13:31:20.990" v="19471" actId="1036"/>
          <ac:spMkLst>
            <pc:docMk/>
            <pc:sldMk cId="781063371" sldId="266"/>
            <ac:spMk id="9" creationId="{24C4DC2A-C7EE-4D1C-FE94-B3AFF5A898EB}"/>
          </ac:spMkLst>
        </pc:spChg>
        <pc:spChg chg="mod">
          <ac:chgData name="GALVIN ADRIEL DARVELL NADAPDAP" userId="d96d2d48-157c-45a3-a63c-c139f3ce19dd" providerId="ADAL" clId="{14940F7F-4453-40AC-943A-C556E3B0742E}" dt="2025-10-09T13:32:18.347" v="19502" actId="14100"/>
          <ac:spMkLst>
            <pc:docMk/>
            <pc:sldMk cId="781063371" sldId="266"/>
            <ac:spMk id="12" creationId="{6AC51C1F-B1CC-FECA-AB9C-0A103BD4813F}"/>
          </ac:spMkLst>
        </pc:spChg>
        <pc:spChg chg="mod">
          <ac:chgData name="GALVIN ADRIEL DARVELL NADAPDAP" userId="d96d2d48-157c-45a3-a63c-c139f3ce19dd" providerId="ADAL" clId="{14940F7F-4453-40AC-943A-C556E3B0742E}" dt="2025-10-09T13:48:19.185" v="19813" actId="14100"/>
          <ac:spMkLst>
            <pc:docMk/>
            <pc:sldMk cId="781063371" sldId="266"/>
            <ac:spMk id="15" creationId="{6C081502-04FF-02C5-C63E-3DBA512562F4}"/>
          </ac:spMkLst>
        </pc:spChg>
        <pc:spChg chg="add mod">
          <ac:chgData name="GALVIN ADRIEL DARVELL NADAPDAP" userId="d96d2d48-157c-45a3-a63c-c139f3ce19dd" providerId="ADAL" clId="{14940F7F-4453-40AC-943A-C556E3B0742E}" dt="2025-10-09T08:20:03.932" v="14828" actId="1076"/>
          <ac:spMkLst>
            <pc:docMk/>
            <pc:sldMk cId="781063371" sldId="266"/>
            <ac:spMk id="25" creationId="{74D5A63E-60C7-9D4E-56C0-70CE4727E890}"/>
          </ac:spMkLst>
        </pc:spChg>
        <pc:spChg chg="add mod">
          <ac:chgData name="GALVIN ADRIEL DARVELL NADAPDAP" userId="d96d2d48-157c-45a3-a63c-c139f3ce19dd" providerId="ADAL" clId="{14940F7F-4453-40AC-943A-C556E3B0742E}" dt="2025-10-09T13:31:26.681" v="19477" actId="1036"/>
          <ac:spMkLst>
            <pc:docMk/>
            <pc:sldMk cId="781063371" sldId="266"/>
            <ac:spMk id="28" creationId="{6E3AC24C-75F9-3085-D08F-947EF21AAEDE}"/>
          </ac:spMkLst>
        </pc:spChg>
        <pc:spChg chg="add mod">
          <ac:chgData name="GALVIN ADRIEL DARVELL NADAPDAP" userId="d96d2d48-157c-45a3-a63c-c139f3ce19dd" providerId="ADAL" clId="{14940F7F-4453-40AC-943A-C556E3B0742E}" dt="2025-10-09T13:48:34.730" v="19817" actId="313"/>
          <ac:spMkLst>
            <pc:docMk/>
            <pc:sldMk cId="781063371" sldId="266"/>
            <ac:spMk id="35" creationId="{ED119A38-5F76-0ADA-FC92-D5269CF07E44}"/>
          </ac:spMkLst>
        </pc:spChg>
        <pc:spChg chg="add mod">
          <ac:chgData name="GALVIN ADRIEL DARVELL NADAPDAP" userId="d96d2d48-157c-45a3-a63c-c139f3ce19dd" providerId="ADAL" clId="{14940F7F-4453-40AC-943A-C556E3B0742E}" dt="2025-10-09T12:36:34.823" v="19374" actId="1036"/>
          <ac:spMkLst>
            <pc:docMk/>
            <pc:sldMk cId="781063371" sldId="266"/>
            <ac:spMk id="39" creationId="{C5674628-E2D9-86DB-CC9D-90574CD461A8}"/>
          </ac:spMkLst>
        </pc:spChg>
        <pc:spChg chg="add mod">
          <ac:chgData name="GALVIN ADRIEL DARVELL NADAPDAP" userId="d96d2d48-157c-45a3-a63c-c139f3ce19dd" providerId="ADAL" clId="{14940F7F-4453-40AC-943A-C556E3B0742E}" dt="2025-10-09T13:48:40.570" v="19819" actId="1037"/>
          <ac:spMkLst>
            <pc:docMk/>
            <pc:sldMk cId="781063371" sldId="266"/>
            <ac:spMk id="40" creationId="{B8A9CFFE-CD2F-BB6E-2797-255DE0C7B1AE}"/>
          </ac:spMkLst>
        </pc:spChg>
        <pc:spChg chg="add del mod">
          <ac:chgData name="GALVIN ADRIEL DARVELL NADAPDAP" userId="d96d2d48-157c-45a3-a63c-c139f3ce19dd" providerId="ADAL" clId="{14940F7F-4453-40AC-943A-C556E3B0742E}" dt="2025-10-09T12:57:15.954" v="19421" actId="14100"/>
          <ac:spMkLst>
            <pc:docMk/>
            <pc:sldMk cId="781063371" sldId="266"/>
            <ac:spMk id="50" creationId="{0050AF3A-2F4B-E003-DE4B-447F1CA74AC6}"/>
          </ac:spMkLst>
        </pc:spChg>
        <pc:spChg chg="mod">
          <ac:chgData name="GALVIN ADRIEL DARVELL NADAPDAP" userId="d96d2d48-157c-45a3-a63c-c139f3ce19dd" providerId="ADAL" clId="{14940F7F-4453-40AC-943A-C556E3B0742E}" dt="2025-10-09T12:37:47.237" v="19410" actId="20577"/>
          <ac:spMkLst>
            <pc:docMk/>
            <pc:sldMk cId="781063371" sldId="266"/>
            <ac:spMk id="62" creationId="{BC291EBA-8AFB-CD9B-F327-8D7C96946CB9}"/>
          </ac:spMkLst>
        </pc:spChg>
        <pc:spChg chg="add del mod">
          <ac:chgData name="GALVIN ADRIEL DARVELL NADAPDAP" userId="d96d2d48-157c-45a3-a63c-c139f3ce19dd" providerId="ADAL" clId="{14940F7F-4453-40AC-943A-C556E3B0742E}" dt="2025-10-09T12:33:48.777" v="19184" actId="1076"/>
          <ac:spMkLst>
            <pc:docMk/>
            <pc:sldMk cId="781063371" sldId="266"/>
            <ac:spMk id="85" creationId="{CAFA023E-E6D9-F15C-ACD1-EF2E839A7997}"/>
          </ac:spMkLst>
        </pc:spChg>
        <pc:spChg chg="add del mod">
          <ac:chgData name="GALVIN ADRIEL DARVELL NADAPDAP" userId="d96d2d48-157c-45a3-a63c-c139f3ce19dd" providerId="ADAL" clId="{14940F7F-4453-40AC-943A-C556E3B0742E}" dt="2025-10-09T14:16:03.586" v="20764" actId="1035"/>
          <ac:spMkLst>
            <pc:docMk/>
            <pc:sldMk cId="781063371" sldId="266"/>
            <ac:spMk id="86" creationId="{E67F08AF-8D94-D309-3B84-8CE81F9DC505}"/>
          </ac:spMkLst>
        </pc:spChg>
        <pc:spChg chg="add del mod">
          <ac:chgData name="GALVIN ADRIEL DARVELL NADAPDAP" userId="d96d2d48-157c-45a3-a63c-c139f3ce19dd" providerId="ADAL" clId="{14940F7F-4453-40AC-943A-C556E3B0742E}" dt="2025-10-09T07:55:31.875" v="14013" actId="1038"/>
          <ac:spMkLst>
            <pc:docMk/>
            <pc:sldMk cId="781063371" sldId="266"/>
            <ac:spMk id="88" creationId="{8EE7389F-F6ED-C048-161D-2A72BF36198A}"/>
          </ac:spMkLst>
        </pc:spChg>
        <pc:spChg chg="mod">
          <ac:chgData name="GALVIN ADRIEL DARVELL NADAPDAP" userId="d96d2d48-157c-45a3-a63c-c139f3ce19dd" providerId="ADAL" clId="{14940F7F-4453-40AC-943A-C556E3B0742E}" dt="2025-10-09T08:19:29.252" v="14822" actId="14100"/>
          <ac:spMkLst>
            <pc:docMk/>
            <pc:sldMk cId="781063371" sldId="266"/>
            <ac:spMk id="107" creationId="{D81AECA5-2403-B974-46A8-76DB9FD1BC9B}"/>
          </ac:spMkLst>
        </pc:spChg>
        <pc:grpChg chg="mod">
          <ac:chgData name="GALVIN ADRIEL DARVELL NADAPDAP" userId="d96d2d48-157c-45a3-a63c-c139f3ce19dd" providerId="ADAL" clId="{14940F7F-4453-40AC-943A-C556E3B0742E}" dt="2025-10-09T13:32:09.620" v="19500" actId="14100"/>
          <ac:grpSpMkLst>
            <pc:docMk/>
            <pc:sldMk cId="781063371" sldId="266"/>
            <ac:grpSpMk id="10" creationId="{9AD35B1B-468B-99BC-B081-4FBB574E32EA}"/>
          </ac:grpSpMkLst>
        </pc:grpChg>
        <pc:grpChg chg="mod">
          <ac:chgData name="GALVIN ADRIEL DARVELL NADAPDAP" userId="d96d2d48-157c-45a3-a63c-c139f3ce19dd" providerId="ADAL" clId="{14940F7F-4453-40AC-943A-C556E3B0742E}" dt="2025-10-08T14:23:19.530" v="12918" actId="1076"/>
          <ac:grpSpMkLst>
            <pc:docMk/>
            <pc:sldMk cId="781063371" sldId="266"/>
            <ac:grpSpMk id="17" creationId="{9203B7BE-CCB2-937C-490C-6668E8B6C411}"/>
          </ac:grpSpMkLst>
        </pc:grpChg>
        <pc:grpChg chg="add del mod">
          <ac:chgData name="GALVIN ADRIEL DARVELL NADAPDAP" userId="d96d2d48-157c-45a3-a63c-c139f3ce19dd" providerId="ADAL" clId="{14940F7F-4453-40AC-943A-C556E3B0742E}" dt="2025-10-09T08:19:29.252" v="14822" actId="14100"/>
          <ac:grpSpMkLst>
            <pc:docMk/>
            <pc:sldMk cId="781063371" sldId="266"/>
            <ac:grpSpMk id="106" creationId="{DB396B81-7D5C-26C4-D4D0-D75AF1B268FB}"/>
          </ac:grpSpMkLst>
        </pc:grpChg>
        <pc:picChg chg="add mod modCrop">
          <ac:chgData name="GALVIN ADRIEL DARVELL NADAPDAP" userId="d96d2d48-157c-45a3-a63c-c139f3ce19dd" providerId="ADAL" clId="{14940F7F-4453-40AC-943A-C556E3B0742E}" dt="2025-10-09T13:48:27.408" v="19815" actId="14100"/>
          <ac:picMkLst>
            <pc:docMk/>
            <pc:sldMk cId="781063371" sldId="266"/>
            <ac:picMk id="33" creationId="{F8253F2E-C992-27D7-FBCD-3BF4881BE107}"/>
          </ac:picMkLst>
        </pc:picChg>
        <pc:picChg chg="add mod modCrop">
          <ac:chgData name="GALVIN ADRIEL DARVELL NADAPDAP" userId="d96d2d48-157c-45a3-a63c-c139f3ce19dd" providerId="ADAL" clId="{14940F7F-4453-40AC-943A-C556E3B0742E}" dt="2025-10-09T13:48:29.539" v="19816" actId="1036"/>
          <ac:picMkLst>
            <pc:docMk/>
            <pc:sldMk cId="781063371" sldId="266"/>
            <ac:picMk id="34" creationId="{948D6D2A-BD3F-BAC9-8467-3B7F2BB68046}"/>
          </ac:picMkLst>
        </pc:picChg>
        <pc:picChg chg="add mod">
          <ac:chgData name="GALVIN ADRIEL DARVELL NADAPDAP" userId="d96d2d48-157c-45a3-a63c-c139f3ce19dd" providerId="ADAL" clId="{14940F7F-4453-40AC-943A-C556E3B0742E}" dt="2025-10-09T12:36:34.823" v="19374" actId="1036"/>
          <ac:picMkLst>
            <pc:docMk/>
            <pc:sldMk cId="781063371" sldId="266"/>
            <ac:picMk id="38" creationId="{1CA0BC1C-44FE-0729-38D2-2B7F754B40F1}"/>
          </ac:picMkLst>
        </pc:picChg>
        <pc:picChg chg="add mod">
          <ac:chgData name="GALVIN ADRIEL DARVELL NADAPDAP" userId="d96d2d48-157c-45a3-a63c-c139f3ce19dd" providerId="ADAL" clId="{14940F7F-4453-40AC-943A-C556E3B0742E}" dt="2025-10-09T12:57:11.264" v="19420" actId="1076"/>
          <ac:picMkLst>
            <pc:docMk/>
            <pc:sldMk cId="781063371" sldId="266"/>
            <ac:picMk id="42" creationId="{8282E74B-0B51-02DF-29D9-F41FCB010D78}"/>
          </ac:picMkLst>
        </pc:picChg>
        <pc:picChg chg="add mod">
          <ac:chgData name="GALVIN ADRIEL DARVELL NADAPDAP" userId="d96d2d48-157c-45a3-a63c-c139f3ce19dd" providerId="ADAL" clId="{14940F7F-4453-40AC-943A-C556E3B0742E}" dt="2025-10-09T13:31:12.832" v="19468"/>
          <ac:picMkLst>
            <pc:docMk/>
            <pc:sldMk cId="781063371" sldId="266"/>
            <ac:picMk id="43" creationId="{334B57E6-BABF-FF4E-5A0F-0E6A14BB05DB}"/>
          </ac:picMkLst>
        </pc:picChg>
        <pc:picChg chg="add del mod">
          <ac:chgData name="GALVIN ADRIEL DARVELL NADAPDAP" userId="d96d2d48-157c-45a3-a63c-c139f3ce19dd" providerId="ADAL" clId="{14940F7F-4453-40AC-943A-C556E3B0742E}" dt="2025-10-09T14:16:14.334" v="20767" actId="14100"/>
          <ac:picMkLst>
            <pc:docMk/>
            <pc:sldMk cId="781063371" sldId="266"/>
            <ac:picMk id="119" creationId="{16487C81-EAC5-FEE6-B177-C95C1B385DB8}"/>
          </ac:picMkLst>
        </pc:picChg>
        <pc:picChg chg="mod">
          <ac:chgData name="GALVIN ADRIEL DARVELL NADAPDAP" userId="d96d2d48-157c-45a3-a63c-c139f3ce19dd" providerId="ADAL" clId="{14940F7F-4453-40AC-943A-C556E3B0742E}" dt="2025-10-09T08:19:29.252" v="14822" actId="14100"/>
          <ac:picMkLst>
            <pc:docMk/>
            <pc:sldMk cId="781063371" sldId="266"/>
            <ac:picMk id="1029" creationId="{34041E61-8C8D-989C-CB89-C4B2393FDDA7}"/>
          </ac:picMkLst>
        </pc:picChg>
      </pc:sldChg>
      <pc:sldChg chg="addSp delSp modSp add mod delAnim">
        <pc:chgData name="GALVIN ADRIEL DARVELL NADAPDAP" userId="d96d2d48-157c-45a3-a63c-c139f3ce19dd" providerId="ADAL" clId="{14940F7F-4453-40AC-943A-C556E3B0742E}" dt="2025-10-09T14:34:07.885" v="21369" actId="1076"/>
        <pc:sldMkLst>
          <pc:docMk/>
          <pc:sldMk cId="1740704486" sldId="267"/>
        </pc:sldMkLst>
        <pc:spChg chg="add mod">
          <ac:chgData name="GALVIN ADRIEL DARVELL NADAPDAP" userId="d96d2d48-157c-45a3-a63c-c139f3ce19dd" providerId="ADAL" clId="{14940F7F-4453-40AC-943A-C556E3B0742E}" dt="2025-10-09T14:34:07.885" v="21369" actId="1076"/>
          <ac:spMkLst>
            <pc:docMk/>
            <pc:sldMk cId="1740704486" sldId="267"/>
            <ac:spMk id="2" creationId="{34FA4736-2122-1807-8F2C-66DAF1EE56C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8B52B-59A0-4B9B-895D-317AE31B893E}" type="datetimeFigureOut">
              <a:rPr lang="en-ID" smtClean="0"/>
              <a:t>15/10/2025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474E5-4713-4411-90FE-73F229EE2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0365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474E5-4713-4411-90FE-73F229EE24AA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5668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43503-7F25-9E52-CAD7-C1E9C3B45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1422C-98DC-0A03-D4F7-F54074539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0AD7B-993C-0BD7-0C70-CE71D9CB9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27153-A374-15A7-03DE-608438BA5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474E5-4713-4411-90FE-73F229EE24AA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3611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474E5-4713-4411-90FE-73F229EE24AA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5899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491ED-51FC-A1E6-7665-3A22F440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1BF3B-2F26-C6AC-5C96-7DF9D15B1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BC96A-E3AD-F1E7-CAF7-2289C11A2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14FF7-6DA4-E7CC-1E48-851FE5DFD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A474E5-4713-4411-90FE-73F229EE24AA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267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5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wmf"/><Relationship Id="rId18" Type="http://schemas.openxmlformats.org/officeDocument/2006/relationships/image" Target="../media/image29.png"/><Relationship Id="rId26" Type="http://schemas.openxmlformats.org/officeDocument/2006/relationships/image" Target="../media/image30.png"/><Relationship Id="rId39" Type="http://schemas.openxmlformats.org/officeDocument/2006/relationships/image" Target="../media/image43.png"/><Relationship Id="rId3" Type="http://schemas.openxmlformats.org/officeDocument/2006/relationships/image" Target="../media/image22.png"/><Relationship Id="rId21" Type="http://schemas.openxmlformats.org/officeDocument/2006/relationships/image" Target="../media/image250.png"/><Relationship Id="rId34" Type="http://schemas.openxmlformats.org/officeDocument/2006/relationships/image" Target="../media/image38.pn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50" Type="http://schemas.openxmlformats.org/officeDocument/2006/relationships/image" Target="../media/image53.png"/><Relationship Id="rId7" Type="http://schemas.openxmlformats.org/officeDocument/2006/relationships/image" Target="../media/image130.png"/><Relationship Id="rId12" Type="http://schemas.openxmlformats.org/officeDocument/2006/relationships/oleObject" Target="../embeddings/oleObject1.bin"/><Relationship Id="rId17" Type="http://schemas.openxmlformats.org/officeDocument/2006/relationships/image" Target="../media/image28.png"/><Relationship Id="rId25" Type="http://schemas.openxmlformats.org/officeDocument/2006/relationships/image" Target="../media/image290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Relationship Id="rId46" Type="http://schemas.openxmlformats.org/officeDocument/2006/relationships/image" Target="../media/image4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7.png"/><Relationship Id="rId20" Type="http://schemas.openxmlformats.org/officeDocument/2006/relationships/image" Target="../media/image240.png"/><Relationship Id="rId29" Type="http://schemas.openxmlformats.org/officeDocument/2006/relationships/image" Target="../media/image33.png"/><Relationship Id="rId41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170.png"/><Relationship Id="rId24" Type="http://schemas.openxmlformats.org/officeDocument/2006/relationships/image" Target="../media/image280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40" Type="http://schemas.openxmlformats.org/officeDocument/2006/relationships/image" Target="../media/image4.png"/><Relationship Id="rId45" Type="http://schemas.openxmlformats.org/officeDocument/2006/relationships/image" Target="../media/image48.png"/><Relationship Id="rId5" Type="http://schemas.openxmlformats.org/officeDocument/2006/relationships/image" Target="../media/image24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49" Type="http://schemas.openxmlformats.org/officeDocument/2006/relationships/image" Target="../media/image52.png"/><Relationship Id="rId10" Type="http://schemas.openxmlformats.org/officeDocument/2006/relationships/image" Target="../media/image160.png"/><Relationship Id="rId19" Type="http://schemas.openxmlformats.org/officeDocument/2006/relationships/image" Target="../media/image230.png"/><Relationship Id="rId31" Type="http://schemas.openxmlformats.org/officeDocument/2006/relationships/image" Target="../media/image35.png"/><Relationship Id="rId44" Type="http://schemas.openxmlformats.org/officeDocument/2006/relationships/image" Target="../media/image47.png"/><Relationship Id="rId4" Type="http://schemas.openxmlformats.org/officeDocument/2006/relationships/image" Target="../media/image23.png"/><Relationship Id="rId9" Type="http://schemas.openxmlformats.org/officeDocument/2006/relationships/image" Target="../media/image150.png"/><Relationship Id="rId14" Type="http://schemas.openxmlformats.org/officeDocument/2006/relationships/oleObject" Target="../embeddings/oleObject2.bin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43" Type="http://schemas.openxmlformats.org/officeDocument/2006/relationships/image" Target="../media/image46.png"/><Relationship Id="rId48" Type="http://schemas.openxmlformats.org/officeDocument/2006/relationships/image" Target="../media/image51.png"/><Relationship Id="rId8" Type="http://schemas.openxmlformats.org/officeDocument/2006/relationships/image" Target="../media/image140.png"/><Relationship Id="rId51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0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microsoft.com/office/2007/relationships/hdphoto" Target="../media/hdphoto4.wdp"/><Relationship Id="rId3" Type="http://schemas.openxmlformats.org/officeDocument/2006/relationships/image" Target="../media/image63.png"/><Relationship Id="rId7" Type="http://schemas.microsoft.com/office/2007/relationships/hdphoto" Target="../media/hdphoto1.wdp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microsoft.com/office/2007/relationships/hdphoto" Target="../media/hdphoto3.wdp"/><Relationship Id="rId5" Type="http://schemas.openxmlformats.org/officeDocument/2006/relationships/image" Target="../media/image65.png"/><Relationship Id="rId10" Type="http://schemas.openxmlformats.org/officeDocument/2006/relationships/image" Target="../media/image68.png"/><Relationship Id="rId4" Type="http://schemas.openxmlformats.org/officeDocument/2006/relationships/image" Target="../media/image64.png"/><Relationship Id="rId9" Type="http://schemas.microsoft.com/office/2007/relationships/hdphoto" Target="../media/hdphoto2.wdp"/><Relationship Id="rId1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13" Type="http://schemas.openxmlformats.org/officeDocument/2006/relationships/image" Target="../media/image4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11" Type="http://schemas.openxmlformats.org/officeDocument/2006/relationships/image" Target="../media/image74.png"/><Relationship Id="rId5" Type="http://schemas.openxmlformats.org/officeDocument/2006/relationships/image" Target="../media/image71.png"/><Relationship Id="rId10" Type="http://schemas.openxmlformats.org/officeDocument/2006/relationships/image" Target="../media/image73.png"/><Relationship Id="rId4" Type="http://schemas.microsoft.com/office/2007/relationships/hdphoto" Target="../media/hdphoto5.wdp"/><Relationship Id="rId9" Type="http://schemas.openxmlformats.org/officeDocument/2006/relationships/hyperlink" Target="https://www.econowiki.com/_media/en/cobb-douglas-1.svg.p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18023" y="-156095"/>
            <a:ext cx="18331423" cy="1057179"/>
            <a:chOff x="0" y="-86574"/>
            <a:chExt cx="24751626" cy="3078995"/>
          </a:xfrm>
        </p:grpSpPr>
        <p:grpSp>
          <p:nvGrpSpPr>
            <p:cNvPr id="10" name="Group 10"/>
            <p:cNvGrpSpPr/>
            <p:nvPr/>
          </p:nvGrpSpPr>
          <p:grpSpPr>
            <a:xfrm>
              <a:off x="2683017" y="-86574"/>
              <a:ext cx="22068609" cy="3077732"/>
              <a:chOff x="0" y="-9525"/>
              <a:chExt cx="2428028" cy="33861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36637"/>
                <a:ext cx="2428028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32909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329093"/>
                    </a:lnTo>
                    <a:lnTo>
                      <a:pt x="0" y="32909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9525"/>
                <a:ext cx="2428028" cy="3386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247686"/>
              <a:ext cx="14206908" cy="2744735"/>
              <a:chOff x="0" y="-9525"/>
              <a:chExt cx="1563070" cy="30198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563070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9245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92456"/>
                    </a:lnTo>
                    <a:lnTo>
                      <a:pt x="1359870" y="292456"/>
                    </a:lnTo>
                    <a:lnTo>
                      <a:pt x="1563070" y="14622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"/>
                <a:ext cx="1448770" cy="301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4299389" y="3471038"/>
            <a:ext cx="9427360" cy="3714420"/>
            <a:chOff x="0" y="-300907"/>
            <a:chExt cx="12569813" cy="495256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300329"/>
              <a:ext cx="12569813" cy="4351324"/>
              <a:chOff x="0" y="0"/>
              <a:chExt cx="1989438" cy="68868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989438" cy="688689"/>
              </a:xfrm>
              <a:custGeom>
                <a:avLst/>
                <a:gdLst/>
                <a:ahLst/>
                <a:cxnLst/>
                <a:rect l="l" t="t" r="r" b="b"/>
                <a:pathLst>
                  <a:path w="1989438" h="688689">
                    <a:moveTo>
                      <a:pt x="22991" y="0"/>
                    </a:moveTo>
                    <a:lnTo>
                      <a:pt x="1966447" y="0"/>
                    </a:lnTo>
                    <a:cubicBezTo>
                      <a:pt x="1979145" y="0"/>
                      <a:pt x="1989438" y="10293"/>
                      <a:pt x="1989438" y="22991"/>
                    </a:cubicBezTo>
                    <a:lnTo>
                      <a:pt x="1989438" y="665698"/>
                    </a:lnTo>
                    <a:cubicBezTo>
                      <a:pt x="1989438" y="671796"/>
                      <a:pt x="1987016" y="677643"/>
                      <a:pt x="1982704" y="681955"/>
                    </a:cubicBezTo>
                    <a:cubicBezTo>
                      <a:pt x="1978393" y="686266"/>
                      <a:pt x="1972545" y="688689"/>
                      <a:pt x="1966447" y="688689"/>
                    </a:cubicBezTo>
                    <a:lnTo>
                      <a:pt x="22991" y="688689"/>
                    </a:lnTo>
                    <a:cubicBezTo>
                      <a:pt x="16893" y="688689"/>
                      <a:pt x="11045" y="686266"/>
                      <a:pt x="6734" y="681955"/>
                    </a:cubicBezTo>
                    <a:cubicBezTo>
                      <a:pt x="2422" y="677643"/>
                      <a:pt x="0" y="671796"/>
                      <a:pt x="0" y="665698"/>
                    </a:cubicBezTo>
                    <a:lnTo>
                      <a:pt x="0" y="22991"/>
                    </a:lnTo>
                    <a:cubicBezTo>
                      <a:pt x="0" y="16893"/>
                      <a:pt x="2422" y="11045"/>
                      <a:pt x="6734" y="6734"/>
                    </a:cubicBezTo>
                    <a:cubicBezTo>
                      <a:pt x="11045" y="2422"/>
                      <a:pt x="16893" y="0"/>
                      <a:pt x="2299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1989438" cy="7172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7"/>
                  </a:lnSpc>
                </a:pPr>
                <a:r>
                  <a:rPr lang="en-US" sz="1926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This study investigates the elasticity of total assets and number of employees on total revenue using a Cobb-Douglas production framework on Indonesian public firms. It compares classical OLS regression with a skew-symmetric regression model using the BFGS optimization algorithm. Findings show the skew-symmetric model outperforms classical models in terms of predictive power, residual normality, and information criteria (AIC/BIC), providing more accurate estimations in contexts with asymmetric data.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458594" y="-300907"/>
              <a:ext cx="3261421" cy="938963"/>
              <a:chOff x="-4020" y="-47625"/>
              <a:chExt cx="516189" cy="14861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-4020" y="-23422"/>
                <a:ext cx="512169" cy="109759"/>
              </a:xfrm>
              <a:custGeom>
                <a:avLst/>
                <a:gdLst/>
                <a:ahLst/>
                <a:cxnLst/>
                <a:rect l="l" t="t" r="r" b="b"/>
                <a:pathLst>
                  <a:path w="512169" h="109759">
                    <a:moveTo>
                      <a:pt x="54879" y="0"/>
                    </a:moveTo>
                    <a:lnTo>
                      <a:pt x="457289" y="0"/>
                    </a:lnTo>
                    <a:cubicBezTo>
                      <a:pt x="471844" y="0"/>
                      <a:pt x="485803" y="5782"/>
                      <a:pt x="496095" y="16074"/>
                    </a:cubicBezTo>
                    <a:cubicBezTo>
                      <a:pt x="506387" y="26366"/>
                      <a:pt x="512169" y="40324"/>
                      <a:pt x="512169" y="54879"/>
                    </a:cubicBezTo>
                    <a:lnTo>
                      <a:pt x="512169" y="54879"/>
                    </a:lnTo>
                    <a:cubicBezTo>
                      <a:pt x="512169" y="85188"/>
                      <a:pt x="487598" y="109759"/>
                      <a:pt x="457289" y="109759"/>
                    </a:cubicBezTo>
                    <a:lnTo>
                      <a:pt x="54879" y="109759"/>
                    </a:lnTo>
                    <a:cubicBezTo>
                      <a:pt x="40324" y="109759"/>
                      <a:pt x="26366" y="103977"/>
                      <a:pt x="16074" y="93685"/>
                    </a:cubicBezTo>
                    <a:cubicBezTo>
                      <a:pt x="5782" y="83393"/>
                      <a:pt x="0" y="69434"/>
                      <a:pt x="0" y="54879"/>
                    </a:cubicBezTo>
                    <a:lnTo>
                      <a:pt x="0" y="54879"/>
                    </a:lnTo>
                    <a:cubicBezTo>
                      <a:pt x="0" y="40324"/>
                      <a:pt x="5782" y="26366"/>
                      <a:pt x="16074" y="16074"/>
                    </a:cubicBezTo>
                    <a:cubicBezTo>
                      <a:pt x="26366" y="5782"/>
                      <a:pt x="40324" y="0"/>
                      <a:pt x="54879" y="0"/>
                    </a:cubicBezTo>
                    <a:close/>
                  </a:path>
                </a:pathLst>
              </a:custGeom>
              <a:solidFill>
                <a:srgbClr val="13547D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512169" cy="1486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57"/>
                  </a:lnSpc>
                </a:pPr>
                <a:r>
                  <a:rPr lang="en-US" sz="2326" b="1" dirty="0">
                    <a:solidFill>
                      <a:srgbClr val="FEFEFE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Abstract</a:t>
                </a:r>
              </a:p>
            </p:txBody>
          </p:sp>
        </p:grpSp>
      </p:grpSp>
      <p:sp>
        <p:nvSpPr>
          <p:cNvPr id="30" name="Freeform 30"/>
          <p:cNvSpPr/>
          <p:nvPr/>
        </p:nvSpPr>
        <p:spPr>
          <a:xfrm>
            <a:off x="6019800" y="909070"/>
            <a:ext cx="2343046" cy="1440973"/>
          </a:xfrm>
          <a:custGeom>
            <a:avLst/>
            <a:gdLst/>
            <a:ahLst/>
            <a:cxnLst/>
            <a:rect l="l" t="t" r="r" b="b"/>
            <a:pathLst>
              <a:path w="2343046" h="1440973">
                <a:moveTo>
                  <a:pt x="0" y="0"/>
                </a:moveTo>
                <a:lnTo>
                  <a:pt x="2343046" y="0"/>
                </a:lnTo>
                <a:lnTo>
                  <a:pt x="2343046" y="1440974"/>
                </a:lnTo>
                <a:lnTo>
                  <a:pt x="0" y="1440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1" name="TextBox 31"/>
          <p:cNvSpPr txBox="1"/>
          <p:nvPr/>
        </p:nvSpPr>
        <p:spPr>
          <a:xfrm>
            <a:off x="4299389" y="2554732"/>
            <a:ext cx="942736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Skew-Symmetric Error Distribution Analysis of Elasticity Dynamics of Firm Financial Statement Components: A Case Study in Indonesian Stock Markets using The Cobb-Douglas Linearized Log Form 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22713" y="7907929"/>
            <a:ext cx="4580671" cy="1210661"/>
            <a:chOff x="0" y="0"/>
            <a:chExt cx="966650" cy="25548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66650" cy="255484"/>
            </a:xfrm>
            <a:custGeom>
              <a:avLst/>
              <a:gdLst/>
              <a:ahLst/>
              <a:cxnLst/>
              <a:rect l="l" t="t" r="r" b="b"/>
              <a:pathLst>
                <a:path w="966650" h="255484">
                  <a:moveTo>
                    <a:pt x="47324" y="0"/>
                  </a:moveTo>
                  <a:lnTo>
                    <a:pt x="919327" y="0"/>
                  </a:lnTo>
                  <a:cubicBezTo>
                    <a:pt x="931878" y="0"/>
                    <a:pt x="943915" y="4986"/>
                    <a:pt x="952790" y="13861"/>
                  </a:cubicBezTo>
                  <a:cubicBezTo>
                    <a:pt x="961664" y="22736"/>
                    <a:pt x="966650" y="34773"/>
                    <a:pt x="966650" y="47324"/>
                  </a:cubicBezTo>
                  <a:lnTo>
                    <a:pt x="966650" y="208160"/>
                  </a:lnTo>
                  <a:cubicBezTo>
                    <a:pt x="966650" y="220711"/>
                    <a:pt x="961664" y="232748"/>
                    <a:pt x="952790" y="241623"/>
                  </a:cubicBezTo>
                  <a:cubicBezTo>
                    <a:pt x="943915" y="250498"/>
                    <a:pt x="931878" y="255484"/>
                    <a:pt x="919327" y="255484"/>
                  </a:cubicBezTo>
                  <a:lnTo>
                    <a:pt x="47324" y="255484"/>
                  </a:lnTo>
                  <a:cubicBezTo>
                    <a:pt x="21187" y="255484"/>
                    <a:pt x="0" y="234296"/>
                    <a:pt x="0" y="208160"/>
                  </a:cubicBezTo>
                  <a:lnTo>
                    <a:pt x="0" y="47324"/>
                  </a:lnTo>
                  <a:cubicBezTo>
                    <a:pt x="0" y="21187"/>
                    <a:pt x="21187" y="0"/>
                    <a:pt x="473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966650" cy="284059"/>
            </a:xfrm>
            <a:prstGeom prst="rect">
              <a:avLst/>
            </a:prstGeom>
          </p:spPr>
          <p:txBody>
            <a:bodyPr lIns="50792" tIns="50792" rIns="50792" bIns="50792" rtlCol="0" anchor="ctr"/>
            <a:lstStyle/>
            <a:p>
              <a:pPr algn="ctr">
                <a:lnSpc>
                  <a:spcPts val="2697"/>
                </a:lnSpc>
              </a:pPr>
              <a:r>
                <a:rPr lang="en-US" sz="1926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Alexander Benedick</a:t>
              </a:r>
            </a:p>
            <a:p>
              <a:pPr algn="ctr">
                <a:lnSpc>
                  <a:spcPts val="2697"/>
                </a:lnSpc>
              </a:pPr>
              <a:r>
                <a:rPr lang="en-US" sz="1926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2501970115 </a:t>
              </a:r>
            </a:p>
            <a:p>
              <a:pPr algn="ctr">
                <a:lnSpc>
                  <a:spcPts val="2697"/>
                </a:lnSpc>
              </a:pPr>
              <a:r>
                <a:rPr lang="en-US" sz="1926" i="1" dirty="0">
                  <a:solidFill>
                    <a:srgbClr val="000000"/>
                  </a:solidFill>
                  <a:latin typeface="New Standard Italics"/>
                  <a:ea typeface="New Standard Italics"/>
                  <a:cs typeface="New Standard Italics"/>
                  <a:sym typeface="New Standard Italics"/>
                </a:rPr>
                <a:t>School of Accounting - Accounting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36393" y="7907929"/>
            <a:ext cx="4713680" cy="1210661"/>
            <a:chOff x="0" y="0"/>
            <a:chExt cx="994719" cy="25548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94719" cy="255484"/>
            </a:xfrm>
            <a:custGeom>
              <a:avLst/>
              <a:gdLst/>
              <a:ahLst/>
              <a:cxnLst/>
              <a:rect l="l" t="t" r="r" b="b"/>
              <a:pathLst>
                <a:path w="994719" h="255484">
                  <a:moveTo>
                    <a:pt x="45988" y="0"/>
                  </a:moveTo>
                  <a:lnTo>
                    <a:pt x="948731" y="0"/>
                  </a:lnTo>
                  <a:cubicBezTo>
                    <a:pt x="974129" y="0"/>
                    <a:pt x="994719" y="20590"/>
                    <a:pt x="994719" y="45988"/>
                  </a:cubicBezTo>
                  <a:lnTo>
                    <a:pt x="994719" y="209495"/>
                  </a:lnTo>
                  <a:cubicBezTo>
                    <a:pt x="994719" y="221692"/>
                    <a:pt x="989874" y="233389"/>
                    <a:pt x="981249" y="242014"/>
                  </a:cubicBezTo>
                  <a:cubicBezTo>
                    <a:pt x="972625" y="250638"/>
                    <a:pt x="960928" y="255484"/>
                    <a:pt x="948731" y="255484"/>
                  </a:cubicBezTo>
                  <a:lnTo>
                    <a:pt x="45988" y="255484"/>
                  </a:lnTo>
                  <a:cubicBezTo>
                    <a:pt x="20590" y="255484"/>
                    <a:pt x="0" y="234894"/>
                    <a:pt x="0" y="209495"/>
                  </a:cubicBezTo>
                  <a:lnTo>
                    <a:pt x="0" y="45988"/>
                  </a:lnTo>
                  <a:cubicBezTo>
                    <a:pt x="0" y="20590"/>
                    <a:pt x="20590" y="0"/>
                    <a:pt x="459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994719" cy="284059"/>
            </a:xfrm>
            <a:prstGeom prst="rect">
              <a:avLst/>
            </a:prstGeom>
          </p:spPr>
          <p:txBody>
            <a:bodyPr lIns="50792" tIns="50792" rIns="50792" bIns="50792" rtlCol="0" anchor="ctr"/>
            <a:lstStyle/>
            <a:p>
              <a:pPr algn="ctr">
                <a:lnSpc>
                  <a:spcPts val="2697"/>
                </a:lnSpc>
              </a:pPr>
              <a:r>
                <a:rPr lang="en-US" sz="1926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Galvin Adriel Darvell Nadapdap</a:t>
              </a:r>
            </a:p>
            <a:p>
              <a:pPr algn="ctr">
                <a:lnSpc>
                  <a:spcPts val="2697"/>
                </a:lnSpc>
              </a:pPr>
              <a:r>
                <a:rPr lang="en-US" sz="19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2501974334</a:t>
              </a:r>
            </a:p>
            <a:p>
              <a:pPr algn="ctr">
                <a:lnSpc>
                  <a:spcPts val="2697"/>
                </a:lnSpc>
              </a:pPr>
              <a:r>
                <a:rPr lang="en-US" sz="1926" i="1">
                  <a:solidFill>
                    <a:srgbClr val="000000"/>
                  </a:solidFill>
                  <a:latin typeface="New Standard Italics"/>
                  <a:ea typeface="New Standard Italics"/>
                  <a:cs typeface="New Standard Italics"/>
                  <a:sym typeface="New Standard Italics"/>
                </a:rPr>
                <a:t>School of Accounting - Accounting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374501" y="7299758"/>
            <a:ext cx="2997260" cy="398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8"/>
              </a:lnSpc>
              <a:spcBef>
                <a:spcPct val="0"/>
              </a:spcBef>
            </a:pPr>
            <a:r>
              <a:rPr lang="en-US" sz="2306" b="1" u="sng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By:</a:t>
            </a:r>
          </a:p>
        </p:txBody>
      </p:sp>
      <p:grpSp>
        <p:nvGrpSpPr>
          <p:cNvPr id="44" name="Group 17">
            <a:extLst>
              <a:ext uri="{FF2B5EF4-FFF2-40B4-BE49-F238E27FC236}">
                <a16:creationId xmlns:a16="http://schemas.microsoft.com/office/drawing/2014/main" id="{2E16A4B4-9CE6-91CE-3559-9B571F317FD8}"/>
              </a:ext>
            </a:extLst>
          </p:cNvPr>
          <p:cNvGrpSpPr/>
          <p:nvPr/>
        </p:nvGrpSpPr>
        <p:grpSpPr>
          <a:xfrm>
            <a:off x="-275719" y="9601244"/>
            <a:ext cx="18811726" cy="852052"/>
            <a:chOff x="0" y="-87990"/>
            <a:chExt cx="25082301" cy="2743785"/>
          </a:xfrm>
        </p:grpSpPr>
        <p:grpSp>
          <p:nvGrpSpPr>
            <p:cNvPr id="45" name="Group 18">
              <a:extLst>
                <a:ext uri="{FF2B5EF4-FFF2-40B4-BE49-F238E27FC236}">
                  <a16:creationId xmlns:a16="http://schemas.microsoft.com/office/drawing/2014/main" id="{8BD8881D-8EBF-09CF-FC40-161C710E1B93}"/>
                </a:ext>
              </a:extLst>
            </p:cNvPr>
            <p:cNvGrpSpPr/>
            <p:nvPr/>
          </p:nvGrpSpPr>
          <p:grpSpPr>
            <a:xfrm>
              <a:off x="2652622" y="-87990"/>
              <a:ext cx="22429679" cy="2743785"/>
              <a:chOff x="0" y="-9525"/>
              <a:chExt cx="2428028" cy="297017"/>
            </a:xfrm>
          </p:grpSpPr>
          <p:sp>
            <p:nvSpPr>
              <p:cNvPr id="50" name="Freeform 19">
                <a:extLst>
                  <a:ext uri="{FF2B5EF4-FFF2-40B4-BE49-F238E27FC236}">
                    <a16:creationId xmlns:a16="http://schemas.microsoft.com/office/drawing/2014/main" id="{F4E67A50-B320-9D06-7699-D02E3C0584D0}"/>
                  </a:ext>
                </a:extLst>
              </p:cNvPr>
              <p:cNvSpPr/>
              <p:nvPr/>
            </p:nvSpPr>
            <p:spPr>
              <a:xfrm>
                <a:off x="0" y="0"/>
                <a:ext cx="2428028" cy="240584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7492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7492"/>
                    </a:lnTo>
                    <a:lnTo>
                      <a:pt x="0" y="287492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51" name="TextBox 20">
                <a:extLst>
                  <a:ext uri="{FF2B5EF4-FFF2-40B4-BE49-F238E27FC236}">
                    <a16:creationId xmlns:a16="http://schemas.microsoft.com/office/drawing/2014/main" id="{D8D11623-98CE-1731-29CE-58E61B24B1A4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297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46" name="Group 21">
              <a:extLst>
                <a:ext uri="{FF2B5EF4-FFF2-40B4-BE49-F238E27FC236}">
                  <a16:creationId xmlns:a16="http://schemas.microsoft.com/office/drawing/2014/main" id="{232AC452-9A7E-EB40-DDED-7D2B703D1A6E}"/>
                </a:ext>
              </a:extLst>
            </p:cNvPr>
            <p:cNvGrpSpPr/>
            <p:nvPr/>
          </p:nvGrpSpPr>
          <p:grpSpPr>
            <a:xfrm>
              <a:off x="0" y="0"/>
              <a:ext cx="13664169" cy="2376952"/>
              <a:chOff x="0" y="0"/>
              <a:chExt cx="1479156" cy="257307"/>
            </a:xfrm>
          </p:grpSpPr>
          <p:sp>
            <p:nvSpPr>
              <p:cNvPr id="48" name="Freeform 22">
                <a:extLst>
                  <a:ext uri="{FF2B5EF4-FFF2-40B4-BE49-F238E27FC236}">
                    <a16:creationId xmlns:a16="http://schemas.microsoft.com/office/drawing/2014/main" id="{20447B4D-2240-78A4-72A4-CE8A30038ECE}"/>
                  </a:ext>
                </a:extLst>
              </p:cNvPr>
              <p:cNvSpPr/>
              <p:nvPr/>
            </p:nvSpPr>
            <p:spPr>
              <a:xfrm>
                <a:off x="0" y="0"/>
                <a:ext cx="1479156" cy="257307"/>
              </a:xfrm>
              <a:custGeom>
                <a:avLst/>
                <a:gdLst/>
                <a:ahLst/>
                <a:cxnLst/>
                <a:rect l="l" t="t" r="r" b="b"/>
                <a:pathLst>
                  <a:path w="1479156" h="257307">
                    <a:moveTo>
                      <a:pt x="1275956" y="0"/>
                    </a:moveTo>
                    <a:lnTo>
                      <a:pt x="0" y="0"/>
                    </a:lnTo>
                    <a:lnTo>
                      <a:pt x="0" y="257307"/>
                    </a:lnTo>
                    <a:lnTo>
                      <a:pt x="1275956" y="257307"/>
                    </a:lnTo>
                    <a:lnTo>
                      <a:pt x="1479156" y="128653"/>
                    </a:lnTo>
                    <a:lnTo>
                      <a:pt x="1275956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9" name="TextBox 23">
                <a:extLst>
                  <a:ext uri="{FF2B5EF4-FFF2-40B4-BE49-F238E27FC236}">
                    <a16:creationId xmlns:a16="http://schemas.microsoft.com/office/drawing/2014/main" id="{62A18EC1-4C2A-B2CF-F8AF-12756AD75E66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364856" cy="2668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sp>
          <p:nvSpPr>
            <p:cNvPr id="47" name="TextBox 24">
              <a:extLst>
                <a:ext uri="{FF2B5EF4-FFF2-40B4-BE49-F238E27FC236}">
                  <a16:creationId xmlns:a16="http://schemas.microsoft.com/office/drawing/2014/main" id="{988797B9-CF79-3ABD-C7BD-45506AC9BEE5}"/>
                </a:ext>
              </a:extLst>
            </p:cNvPr>
            <p:cNvSpPr txBox="1"/>
            <p:nvPr/>
          </p:nvSpPr>
          <p:spPr>
            <a:xfrm>
              <a:off x="558457" y="150897"/>
              <a:ext cx="11160849" cy="492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10"/>
                </a:lnSpc>
                <a:spcBef>
                  <a:spcPct val="0"/>
                </a:spcBef>
              </a:pPr>
              <a:r>
                <a:rPr lang="en-US" sz="1079" b="1" i="1">
                  <a:solidFill>
                    <a:srgbClr val="FFFFFF">
                      <a:alpha val="78824"/>
                    </a:srgbClr>
                  </a:solidFill>
                  <a:latin typeface="New Standard Bold Italics"/>
                  <a:ea typeface="New Standard Bold Italics"/>
                  <a:cs typeface="New Standard Bold Italics"/>
                  <a:sym typeface="New Standard Bold Italics"/>
                </a:rPr>
                <a:t>Skew-Symmetric Error Distribution Analysis of Elasticity Dynamics of Firm Financial Statement Components: A Case Study in Indonesian Stock Markets using The Cobb-Douglas Linearized Log Form </a:t>
              </a:r>
            </a:p>
          </p:txBody>
        </p:sp>
      </p:grpSp>
      <p:pic>
        <p:nvPicPr>
          <p:cNvPr id="52" name="Graphic 51">
            <a:extLst>
              <a:ext uri="{FF2B5EF4-FFF2-40B4-BE49-F238E27FC236}">
                <a16:creationId xmlns:a16="http://schemas.microsoft.com/office/drawing/2014/main" id="{F39A45A2-F25D-A41A-ECEA-5E9845D1F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3131" y="1362308"/>
            <a:ext cx="2742110" cy="942410"/>
          </a:xfrm>
          <a:prstGeom prst="rect">
            <a:avLst/>
          </a:prstGeom>
        </p:spPr>
      </p:pic>
      <p:grpSp>
        <p:nvGrpSpPr>
          <p:cNvPr id="2" name="Group 32">
            <a:extLst>
              <a:ext uri="{FF2B5EF4-FFF2-40B4-BE49-F238E27FC236}">
                <a16:creationId xmlns:a16="http://schemas.microsoft.com/office/drawing/2014/main" id="{7E030CF7-FDA5-EE2D-DB86-4DECB1B15906}"/>
              </a:ext>
            </a:extLst>
          </p:cNvPr>
          <p:cNvGrpSpPr/>
          <p:nvPr/>
        </p:nvGrpSpPr>
        <p:grpSpPr>
          <a:xfrm>
            <a:off x="11283082" y="7873554"/>
            <a:ext cx="4580671" cy="1245036"/>
            <a:chOff x="0" y="0"/>
            <a:chExt cx="966650" cy="255484"/>
          </a:xfrm>
        </p:grpSpPr>
        <p:sp>
          <p:nvSpPr>
            <p:cNvPr id="3" name="Freeform 33">
              <a:extLst>
                <a:ext uri="{FF2B5EF4-FFF2-40B4-BE49-F238E27FC236}">
                  <a16:creationId xmlns:a16="http://schemas.microsoft.com/office/drawing/2014/main" id="{2B46FF54-3A05-04BA-39FB-9E404B2BEB96}"/>
                </a:ext>
              </a:extLst>
            </p:cNvPr>
            <p:cNvSpPr/>
            <p:nvPr/>
          </p:nvSpPr>
          <p:spPr>
            <a:xfrm>
              <a:off x="0" y="0"/>
              <a:ext cx="966650" cy="255484"/>
            </a:xfrm>
            <a:custGeom>
              <a:avLst/>
              <a:gdLst/>
              <a:ahLst/>
              <a:cxnLst/>
              <a:rect l="l" t="t" r="r" b="b"/>
              <a:pathLst>
                <a:path w="966650" h="255484">
                  <a:moveTo>
                    <a:pt x="47324" y="0"/>
                  </a:moveTo>
                  <a:lnTo>
                    <a:pt x="919327" y="0"/>
                  </a:lnTo>
                  <a:cubicBezTo>
                    <a:pt x="931878" y="0"/>
                    <a:pt x="943915" y="4986"/>
                    <a:pt x="952790" y="13861"/>
                  </a:cubicBezTo>
                  <a:cubicBezTo>
                    <a:pt x="961664" y="22736"/>
                    <a:pt x="966650" y="34773"/>
                    <a:pt x="966650" y="47324"/>
                  </a:cubicBezTo>
                  <a:lnTo>
                    <a:pt x="966650" y="208160"/>
                  </a:lnTo>
                  <a:cubicBezTo>
                    <a:pt x="966650" y="220711"/>
                    <a:pt x="961664" y="232748"/>
                    <a:pt x="952790" y="241623"/>
                  </a:cubicBezTo>
                  <a:cubicBezTo>
                    <a:pt x="943915" y="250498"/>
                    <a:pt x="931878" y="255484"/>
                    <a:pt x="919327" y="255484"/>
                  </a:cubicBezTo>
                  <a:lnTo>
                    <a:pt x="47324" y="255484"/>
                  </a:lnTo>
                  <a:cubicBezTo>
                    <a:pt x="21187" y="255484"/>
                    <a:pt x="0" y="234296"/>
                    <a:pt x="0" y="208160"/>
                  </a:cubicBezTo>
                  <a:lnTo>
                    <a:pt x="0" y="47324"/>
                  </a:lnTo>
                  <a:cubicBezTo>
                    <a:pt x="0" y="21187"/>
                    <a:pt x="21187" y="0"/>
                    <a:pt x="473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34">
              <a:extLst>
                <a:ext uri="{FF2B5EF4-FFF2-40B4-BE49-F238E27FC236}">
                  <a16:creationId xmlns:a16="http://schemas.microsoft.com/office/drawing/2014/main" id="{90D241D3-6CDB-CE8F-369E-A1FEC06C6A05}"/>
                </a:ext>
              </a:extLst>
            </p:cNvPr>
            <p:cNvSpPr txBox="1"/>
            <p:nvPr/>
          </p:nvSpPr>
          <p:spPr>
            <a:xfrm>
              <a:off x="0" y="-28575"/>
              <a:ext cx="966650" cy="284059"/>
            </a:xfrm>
            <a:prstGeom prst="rect">
              <a:avLst/>
            </a:prstGeom>
          </p:spPr>
          <p:txBody>
            <a:bodyPr lIns="50792" tIns="50792" rIns="50792" bIns="50792" rtlCol="0" anchor="ctr"/>
            <a:lstStyle/>
            <a:p>
              <a:pPr algn="ctr">
                <a:lnSpc>
                  <a:spcPts val="2697"/>
                </a:lnSpc>
              </a:pPr>
              <a:r>
                <a:rPr lang="en-US" sz="1926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Sasya Sabrina, S.E., M.M., CPSAK.</a:t>
              </a:r>
            </a:p>
            <a:p>
              <a:pPr algn="ctr">
                <a:lnSpc>
                  <a:spcPts val="2697"/>
                </a:lnSpc>
              </a:pPr>
              <a:r>
                <a:rPr lang="en-US" sz="1926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D5406 </a:t>
              </a:r>
            </a:p>
            <a:p>
              <a:pPr algn="ctr">
                <a:lnSpc>
                  <a:spcPts val="2697"/>
                </a:lnSpc>
              </a:pPr>
              <a:r>
                <a:rPr lang="en-US" sz="1926" i="1" dirty="0">
                  <a:solidFill>
                    <a:srgbClr val="000000"/>
                  </a:solidFill>
                  <a:latin typeface="New Standard Italics"/>
                  <a:ea typeface="New Standard Italics"/>
                  <a:cs typeface="New Standard Italics"/>
                  <a:sym typeface="New Standard Italics"/>
                </a:rPr>
                <a:t>School of Accounting - Accounting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9">
            <a:extLst>
              <a:ext uri="{FF2B5EF4-FFF2-40B4-BE49-F238E27FC236}">
                <a16:creationId xmlns:a16="http://schemas.microsoft.com/office/drawing/2014/main" id="{4BF00517-D0A1-C577-0582-9BD66BE7CB2E}"/>
              </a:ext>
            </a:extLst>
          </p:cNvPr>
          <p:cNvGrpSpPr/>
          <p:nvPr/>
        </p:nvGrpSpPr>
        <p:grpSpPr>
          <a:xfrm>
            <a:off x="-30724" y="-142780"/>
            <a:ext cx="18331423" cy="1057179"/>
            <a:chOff x="0" y="-86574"/>
            <a:chExt cx="24751626" cy="3078995"/>
          </a:xfrm>
        </p:grpSpPr>
        <p:grpSp>
          <p:nvGrpSpPr>
            <p:cNvPr id="51" name="Group 10">
              <a:extLst>
                <a:ext uri="{FF2B5EF4-FFF2-40B4-BE49-F238E27FC236}">
                  <a16:creationId xmlns:a16="http://schemas.microsoft.com/office/drawing/2014/main" id="{1534F0BF-E1BD-B276-23F7-63C825843821}"/>
                </a:ext>
              </a:extLst>
            </p:cNvPr>
            <p:cNvGrpSpPr/>
            <p:nvPr/>
          </p:nvGrpSpPr>
          <p:grpSpPr>
            <a:xfrm>
              <a:off x="2683017" y="-86574"/>
              <a:ext cx="22068609" cy="3077732"/>
              <a:chOff x="0" y="-9525"/>
              <a:chExt cx="2428028" cy="338618"/>
            </a:xfrm>
          </p:grpSpPr>
          <p:sp>
            <p:nvSpPr>
              <p:cNvPr id="55" name="Freeform 11">
                <a:extLst>
                  <a:ext uri="{FF2B5EF4-FFF2-40B4-BE49-F238E27FC236}">
                    <a16:creationId xmlns:a16="http://schemas.microsoft.com/office/drawing/2014/main" id="{8BF4D65B-1AFE-058A-78DE-3BDD01F35900}"/>
                  </a:ext>
                </a:extLst>
              </p:cNvPr>
              <p:cNvSpPr/>
              <p:nvPr/>
            </p:nvSpPr>
            <p:spPr>
              <a:xfrm>
                <a:off x="0" y="36637"/>
                <a:ext cx="2428028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32909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329093"/>
                    </a:lnTo>
                    <a:lnTo>
                      <a:pt x="0" y="32909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56" name="TextBox 12">
                <a:extLst>
                  <a:ext uri="{FF2B5EF4-FFF2-40B4-BE49-F238E27FC236}">
                    <a16:creationId xmlns:a16="http://schemas.microsoft.com/office/drawing/2014/main" id="{B2C6E1E7-5838-64B5-F802-D904D8387129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3386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52" name="Group 13">
              <a:extLst>
                <a:ext uri="{FF2B5EF4-FFF2-40B4-BE49-F238E27FC236}">
                  <a16:creationId xmlns:a16="http://schemas.microsoft.com/office/drawing/2014/main" id="{41EFC802-F028-6373-1E8A-30EBE66F4D4A}"/>
                </a:ext>
              </a:extLst>
            </p:cNvPr>
            <p:cNvGrpSpPr/>
            <p:nvPr/>
          </p:nvGrpSpPr>
          <p:grpSpPr>
            <a:xfrm>
              <a:off x="0" y="247686"/>
              <a:ext cx="14206908" cy="2744735"/>
              <a:chOff x="0" y="-9525"/>
              <a:chExt cx="1563070" cy="301981"/>
            </a:xfrm>
          </p:grpSpPr>
          <p:sp>
            <p:nvSpPr>
              <p:cNvPr id="53" name="Freeform 14">
                <a:extLst>
                  <a:ext uri="{FF2B5EF4-FFF2-40B4-BE49-F238E27FC236}">
                    <a16:creationId xmlns:a16="http://schemas.microsoft.com/office/drawing/2014/main" id="{19F72AD6-79EE-AE34-9605-5B78C21D14B0}"/>
                  </a:ext>
                </a:extLst>
              </p:cNvPr>
              <p:cNvSpPr/>
              <p:nvPr/>
            </p:nvSpPr>
            <p:spPr>
              <a:xfrm>
                <a:off x="0" y="0"/>
                <a:ext cx="1563070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9245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92456"/>
                    </a:lnTo>
                    <a:lnTo>
                      <a:pt x="1359870" y="292456"/>
                    </a:lnTo>
                    <a:lnTo>
                      <a:pt x="1563070" y="14622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54" name="TextBox 15">
                <a:extLst>
                  <a:ext uri="{FF2B5EF4-FFF2-40B4-BE49-F238E27FC236}">
                    <a16:creationId xmlns:a16="http://schemas.microsoft.com/office/drawing/2014/main" id="{5B9C3B3E-E783-836C-6AC4-40BD4D619A8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48770" cy="301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4807392" y="7013138"/>
            <a:ext cx="9752433" cy="2076955"/>
            <a:chOff x="0" y="0"/>
            <a:chExt cx="1989438" cy="34434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89438" cy="344344"/>
            </a:xfrm>
            <a:custGeom>
              <a:avLst/>
              <a:gdLst/>
              <a:ahLst/>
              <a:cxnLst/>
              <a:rect l="l" t="t" r="r" b="b"/>
              <a:pathLst>
                <a:path w="1989438" h="344344">
                  <a:moveTo>
                    <a:pt x="25510" y="0"/>
                  </a:moveTo>
                  <a:lnTo>
                    <a:pt x="1963927" y="0"/>
                  </a:lnTo>
                  <a:cubicBezTo>
                    <a:pt x="1978016" y="0"/>
                    <a:pt x="1989438" y="11421"/>
                    <a:pt x="1989438" y="25510"/>
                  </a:cubicBezTo>
                  <a:lnTo>
                    <a:pt x="1989438" y="318834"/>
                  </a:lnTo>
                  <a:cubicBezTo>
                    <a:pt x="1989438" y="332923"/>
                    <a:pt x="1978016" y="344344"/>
                    <a:pt x="1963927" y="344344"/>
                  </a:cubicBezTo>
                  <a:lnTo>
                    <a:pt x="25510" y="344344"/>
                  </a:lnTo>
                  <a:cubicBezTo>
                    <a:pt x="11421" y="344344"/>
                    <a:pt x="0" y="332923"/>
                    <a:pt x="0" y="318834"/>
                  </a:cubicBezTo>
                  <a:lnTo>
                    <a:pt x="0" y="25510"/>
                  </a:lnTo>
                  <a:cubicBezTo>
                    <a:pt x="0" y="11421"/>
                    <a:pt x="11421" y="0"/>
                    <a:pt x="25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989438" cy="382444"/>
            </a:xfrm>
            <a:prstGeom prst="rect">
              <a:avLst/>
            </a:prstGeom>
          </p:spPr>
          <p:txBody>
            <a:bodyPr lIns="50792" tIns="50792" rIns="50792" bIns="50792" rtlCol="0" anchor="ctr"/>
            <a:lstStyle/>
            <a:p>
              <a:pPr marL="372852" lvl="1" indent="-186426" algn="l">
                <a:lnSpc>
                  <a:spcPts val="2417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This study </a:t>
              </a:r>
              <a:r>
                <a:rPr lang="en-US" sz="2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applies both classical and skew-symmetric Cobb-Douglas models</a:t>
              </a:r>
              <a:r>
                <a:rPr lang="en-US" sz="2400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 to Indonesian firms, testing which better captures productivity through statistical diagnostics and normality/fit tests.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-285621" y="386471"/>
            <a:ext cx="4705221" cy="2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4098" lvl="1" indent="-397049" algn="l">
              <a:lnSpc>
                <a:spcPts val="1839"/>
              </a:lnSpc>
              <a:buAutoNum type="arabicPeriod"/>
            </a:pPr>
            <a:r>
              <a:rPr lang="en-US" sz="3678" b="1" dirty="0">
                <a:solidFill>
                  <a:srgbClr val="FFFFFF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Introduction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3123" y="4493428"/>
            <a:ext cx="3190010" cy="480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References:</a:t>
            </a:r>
          </a:p>
          <a:p>
            <a:pPr marL="230542" lvl="1" indent="-115271" algn="l">
              <a:lnSpc>
                <a:spcPts val="1494"/>
              </a:lnSpc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 Brooks, C. (2014). Introductory econometrics for finance (4th ed.). Cambridge University Press. (p. xxix).</a:t>
            </a:r>
          </a:p>
          <a:p>
            <a:pPr marL="230542" lvl="1" indent="-115271" algn="l">
              <a:lnSpc>
                <a:spcPts val="1494"/>
              </a:lnSpc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 Damodaran, A. (2012). Investment valuation: Tools and techniques for determining the value of any asset. John Wiley &amp; Sons. (p. 36).</a:t>
            </a:r>
          </a:p>
          <a:p>
            <a:pPr marL="230542" lvl="1" indent="-115271" algn="l">
              <a:lnSpc>
                <a:spcPts val="1494"/>
              </a:lnSpc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Bank Indonesia. (2021). Financial stability review: Safeguarding economic recovery amid financial sector resilience. Bank Indonesia.</a:t>
            </a:r>
          </a:p>
          <a:p>
            <a:pPr marL="230542" lvl="1" indent="-115271" algn="l">
              <a:lnSpc>
                <a:spcPts val="1494"/>
              </a:lnSpc>
              <a:buAutoNum type="arabicPeriod"/>
            </a:pPr>
            <a:r>
              <a:rPr lang="en-US" sz="1400" dirty="0" err="1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Azzalini</a:t>
            </a:r>
            <a:r>
              <a:rPr lang="en-US" sz="14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, A. (1985). A class of distributions which includes the normal ones. Scandinavian Journal of Statistics.</a:t>
            </a:r>
          </a:p>
          <a:p>
            <a:pPr marL="230542" lvl="1" indent="-115271">
              <a:lnSpc>
                <a:spcPts val="1494"/>
              </a:lnSpc>
              <a:buAutoNum type="arabicPeriod"/>
            </a:pPr>
            <a:r>
              <a:rPr lang="en-US" sz="1400" dirty="0" err="1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Jimichi</a:t>
            </a:r>
            <a:r>
              <a:rPr lang="en-US" sz="14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, M., Kawasaki, Y., Miyamoto, D., Saka, C., &amp; Nagata, S. (2023). Statistical Modelling of Financial Data with Skew-Symmetric Error Distributions. Symmetry, 15(9), 1772.</a:t>
            </a:r>
          </a:p>
          <a:p>
            <a:pPr algn="l">
              <a:lnSpc>
                <a:spcPts val="1494"/>
              </a:lnSpc>
              <a:spcBef>
                <a:spcPct val="0"/>
              </a:spcBef>
            </a:pPr>
            <a:endParaRPr lang="en-US" sz="1400" b="1" dirty="0">
              <a:solidFill>
                <a:srgbClr val="000000"/>
              </a:solidFill>
              <a:latin typeface="New Standard"/>
              <a:ea typeface="New Standard"/>
              <a:cs typeface="New Standard"/>
              <a:sym typeface="New Standard"/>
            </a:endParaRPr>
          </a:p>
          <a:p>
            <a:pPr algn="l">
              <a:lnSpc>
                <a:spcPts val="1494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New Standard"/>
              <a:ea typeface="New Standard"/>
              <a:cs typeface="New Standard"/>
              <a:sym typeface="New Standar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2DA5E1-2A9E-7A77-212A-B52691D9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347" y="89595"/>
            <a:ext cx="2054530" cy="707197"/>
          </a:xfrm>
          <a:prstGeom prst="rect">
            <a:avLst/>
          </a:prstGeom>
        </p:spPr>
      </p:pic>
      <p:grpSp>
        <p:nvGrpSpPr>
          <p:cNvPr id="42" name="Group 17">
            <a:extLst>
              <a:ext uri="{FF2B5EF4-FFF2-40B4-BE49-F238E27FC236}">
                <a16:creationId xmlns:a16="http://schemas.microsoft.com/office/drawing/2014/main" id="{5FAB528A-24CC-E50C-978F-014CE3536280}"/>
              </a:ext>
            </a:extLst>
          </p:cNvPr>
          <p:cNvGrpSpPr/>
          <p:nvPr/>
        </p:nvGrpSpPr>
        <p:grpSpPr>
          <a:xfrm>
            <a:off x="-275719" y="9601244"/>
            <a:ext cx="18811726" cy="852052"/>
            <a:chOff x="0" y="-87990"/>
            <a:chExt cx="25082301" cy="2743785"/>
          </a:xfrm>
        </p:grpSpPr>
        <p:grpSp>
          <p:nvGrpSpPr>
            <p:cNvPr id="43" name="Group 18">
              <a:extLst>
                <a:ext uri="{FF2B5EF4-FFF2-40B4-BE49-F238E27FC236}">
                  <a16:creationId xmlns:a16="http://schemas.microsoft.com/office/drawing/2014/main" id="{3CEFCCA1-B1F8-80B2-4AEA-BC55955079ED}"/>
                </a:ext>
              </a:extLst>
            </p:cNvPr>
            <p:cNvGrpSpPr/>
            <p:nvPr/>
          </p:nvGrpSpPr>
          <p:grpSpPr>
            <a:xfrm>
              <a:off x="2652622" y="-87990"/>
              <a:ext cx="22429679" cy="2743785"/>
              <a:chOff x="0" y="-9525"/>
              <a:chExt cx="2428028" cy="297017"/>
            </a:xfrm>
          </p:grpSpPr>
          <p:sp>
            <p:nvSpPr>
              <p:cNvPr id="48" name="Freeform 19">
                <a:extLst>
                  <a:ext uri="{FF2B5EF4-FFF2-40B4-BE49-F238E27FC236}">
                    <a16:creationId xmlns:a16="http://schemas.microsoft.com/office/drawing/2014/main" id="{3078454D-BD65-911E-E331-ADAB0D6CABBF}"/>
                  </a:ext>
                </a:extLst>
              </p:cNvPr>
              <p:cNvSpPr/>
              <p:nvPr/>
            </p:nvSpPr>
            <p:spPr>
              <a:xfrm>
                <a:off x="0" y="0"/>
                <a:ext cx="2428028" cy="240584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7492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7492"/>
                    </a:lnTo>
                    <a:lnTo>
                      <a:pt x="0" y="287492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9" name="TextBox 20">
                <a:extLst>
                  <a:ext uri="{FF2B5EF4-FFF2-40B4-BE49-F238E27FC236}">
                    <a16:creationId xmlns:a16="http://schemas.microsoft.com/office/drawing/2014/main" id="{FD920BFA-5E36-6846-0D10-698D60006C5F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297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44" name="Group 21">
              <a:extLst>
                <a:ext uri="{FF2B5EF4-FFF2-40B4-BE49-F238E27FC236}">
                  <a16:creationId xmlns:a16="http://schemas.microsoft.com/office/drawing/2014/main" id="{5176706B-81ED-A9CD-5A9B-8ADDDE5B73C7}"/>
                </a:ext>
              </a:extLst>
            </p:cNvPr>
            <p:cNvGrpSpPr/>
            <p:nvPr/>
          </p:nvGrpSpPr>
          <p:grpSpPr>
            <a:xfrm>
              <a:off x="0" y="0"/>
              <a:ext cx="13664169" cy="2376952"/>
              <a:chOff x="0" y="0"/>
              <a:chExt cx="1479156" cy="257307"/>
            </a:xfrm>
          </p:grpSpPr>
          <p:sp>
            <p:nvSpPr>
              <p:cNvPr id="46" name="Freeform 22">
                <a:extLst>
                  <a:ext uri="{FF2B5EF4-FFF2-40B4-BE49-F238E27FC236}">
                    <a16:creationId xmlns:a16="http://schemas.microsoft.com/office/drawing/2014/main" id="{2CCB478C-59C0-1E75-263F-8A30B8B0F666}"/>
                  </a:ext>
                </a:extLst>
              </p:cNvPr>
              <p:cNvSpPr/>
              <p:nvPr/>
            </p:nvSpPr>
            <p:spPr>
              <a:xfrm>
                <a:off x="0" y="0"/>
                <a:ext cx="1479156" cy="257307"/>
              </a:xfrm>
              <a:custGeom>
                <a:avLst/>
                <a:gdLst/>
                <a:ahLst/>
                <a:cxnLst/>
                <a:rect l="l" t="t" r="r" b="b"/>
                <a:pathLst>
                  <a:path w="1479156" h="257307">
                    <a:moveTo>
                      <a:pt x="1275956" y="0"/>
                    </a:moveTo>
                    <a:lnTo>
                      <a:pt x="0" y="0"/>
                    </a:lnTo>
                    <a:lnTo>
                      <a:pt x="0" y="257307"/>
                    </a:lnTo>
                    <a:lnTo>
                      <a:pt x="1275956" y="257307"/>
                    </a:lnTo>
                    <a:lnTo>
                      <a:pt x="1479156" y="128653"/>
                    </a:lnTo>
                    <a:lnTo>
                      <a:pt x="1275956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7" name="TextBox 23">
                <a:extLst>
                  <a:ext uri="{FF2B5EF4-FFF2-40B4-BE49-F238E27FC236}">
                    <a16:creationId xmlns:a16="http://schemas.microsoft.com/office/drawing/2014/main" id="{0D2C4050-685D-9825-F919-C28081FC9344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364856" cy="2668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sp>
          <p:nvSpPr>
            <p:cNvPr id="45" name="TextBox 24">
              <a:extLst>
                <a:ext uri="{FF2B5EF4-FFF2-40B4-BE49-F238E27FC236}">
                  <a16:creationId xmlns:a16="http://schemas.microsoft.com/office/drawing/2014/main" id="{ED2F0CC9-4C3F-A7A0-D128-9F0426734343}"/>
                </a:ext>
              </a:extLst>
            </p:cNvPr>
            <p:cNvSpPr txBox="1"/>
            <p:nvPr/>
          </p:nvSpPr>
          <p:spPr>
            <a:xfrm>
              <a:off x="558457" y="150897"/>
              <a:ext cx="11160849" cy="492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10"/>
                </a:lnSpc>
                <a:spcBef>
                  <a:spcPct val="0"/>
                </a:spcBef>
              </a:pPr>
              <a:r>
                <a:rPr lang="en-US" sz="1079" b="1" i="1">
                  <a:solidFill>
                    <a:srgbClr val="FFFFFF">
                      <a:alpha val="78824"/>
                    </a:srgbClr>
                  </a:solidFill>
                  <a:latin typeface="New Standard Bold Italics"/>
                  <a:ea typeface="New Standard Bold Italics"/>
                  <a:cs typeface="New Standard Bold Italics"/>
                  <a:sym typeface="New Standard Bold Italics"/>
                </a:rPr>
                <a:t>Skew-Symmetric Error Distribution Analysis of Elasticity Dynamics of Firm Financial Statement Components: A Case Study in Indonesian Stock Markets using The Cobb-Douglas Linearized Log Form 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20EFAA-A71E-A212-00F0-BAC0DA58C686}"/>
              </a:ext>
            </a:extLst>
          </p:cNvPr>
          <p:cNvGrpSpPr/>
          <p:nvPr/>
        </p:nvGrpSpPr>
        <p:grpSpPr>
          <a:xfrm>
            <a:off x="3810000" y="1068444"/>
            <a:ext cx="5133698" cy="2779656"/>
            <a:chOff x="3810000" y="1068444"/>
            <a:chExt cx="5133698" cy="2779656"/>
          </a:xfrm>
        </p:grpSpPr>
        <p:grpSp>
          <p:nvGrpSpPr>
            <p:cNvPr id="25" name="Group 25"/>
            <p:cNvGrpSpPr/>
            <p:nvPr/>
          </p:nvGrpSpPr>
          <p:grpSpPr>
            <a:xfrm>
              <a:off x="3810000" y="1146036"/>
              <a:ext cx="5133698" cy="2702064"/>
              <a:chOff x="-5947" y="-38100"/>
              <a:chExt cx="1041740" cy="50896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035793" cy="470866"/>
              </a:xfrm>
              <a:custGeom>
                <a:avLst/>
                <a:gdLst/>
                <a:ahLst/>
                <a:cxnLst/>
                <a:rect l="l" t="t" r="r" b="b"/>
                <a:pathLst>
                  <a:path w="1035793" h="470866">
                    <a:moveTo>
                      <a:pt x="48998" y="0"/>
                    </a:moveTo>
                    <a:lnTo>
                      <a:pt x="986796" y="0"/>
                    </a:lnTo>
                    <a:cubicBezTo>
                      <a:pt x="1013856" y="0"/>
                      <a:pt x="1035793" y="21937"/>
                      <a:pt x="1035793" y="48998"/>
                    </a:cubicBezTo>
                    <a:lnTo>
                      <a:pt x="1035793" y="421868"/>
                    </a:lnTo>
                    <a:cubicBezTo>
                      <a:pt x="1035793" y="434863"/>
                      <a:pt x="1030631" y="447326"/>
                      <a:pt x="1021442" y="456515"/>
                    </a:cubicBezTo>
                    <a:cubicBezTo>
                      <a:pt x="1012253" y="465703"/>
                      <a:pt x="999791" y="470866"/>
                      <a:pt x="986796" y="470866"/>
                    </a:cubicBezTo>
                    <a:lnTo>
                      <a:pt x="48998" y="470866"/>
                    </a:lnTo>
                    <a:cubicBezTo>
                      <a:pt x="36003" y="470866"/>
                      <a:pt x="23540" y="465703"/>
                      <a:pt x="14351" y="456515"/>
                    </a:cubicBezTo>
                    <a:cubicBezTo>
                      <a:pt x="5162" y="447326"/>
                      <a:pt x="0" y="434863"/>
                      <a:pt x="0" y="421868"/>
                    </a:cubicBezTo>
                    <a:lnTo>
                      <a:pt x="0" y="48998"/>
                    </a:lnTo>
                    <a:cubicBezTo>
                      <a:pt x="0" y="36003"/>
                      <a:pt x="5162" y="23540"/>
                      <a:pt x="14351" y="14351"/>
                    </a:cubicBezTo>
                    <a:cubicBezTo>
                      <a:pt x="23540" y="5162"/>
                      <a:pt x="36003" y="0"/>
                      <a:pt x="489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-5947" y="-38100"/>
                <a:ext cx="1035793" cy="508966"/>
              </a:xfrm>
              <a:prstGeom prst="rect">
                <a:avLst/>
              </a:prstGeom>
            </p:spPr>
            <p:txBody>
              <a:bodyPr lIns="50792" tIns="50792" rIns="50792" bIns="50792" rtlCol="0" anchor="ctr"/>
              <a:lstStyle/>
              <a:p>
                <a:pPr marL="372852" lvl="1" indent="-186426" algn="l">
                  <a:lnSpc>
                    <a:spcPts val="2417"/>
                  </a:lnSpc>
                  <a:buFont typeface="Arial"/>
                  <a:buChar char="•"/>
                </a:pP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Statistical modeling has become central to financial statement analysis, with a </a:t>
                </a:r>
                <a:r>
                  <a:rPr lang="en-US" sz="2000" b="1" dirty="0">
                    <a:solidFill>
                      <a:srgbClr val="000000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shift toward advanced econometrics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(e.g., time series, regression) for understanding firm behavior and valuation (Brooks, Damodaran)[</a:t>
                </a:r>
                <a:r>
                  <a:rPr lang="en-US" sz="2000" b="1" dirty="0">
                    <a:solidFill>
                      <a:srgbClr val="13547D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1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][</a:t>
                </a:r>
                <a:r>
                  <a:rPr lang="en-US" sz="2000" b="1" dirty="0">
                    <a:solidFill>
                      <a:srgbClr val="13547D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2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].</a:t>
                </a:r>
              </a:p>
            </p:txBody>
          </p:sp>
        </p:grpSp>
        <p:sp>
          <p:nvSpPr>
            <p:cNvPr id="3" name="Freeform 32">
              <a:extLst>
                <a:ext uri="{FF2B5EF4-FFF2-40B4-BE49-F238E27FC236}">
                  <a16:creationId xmlns:a16="http://schemas.microsoft.com/office/drawing/2014/main" id="{3922C6D4-9BB3-4313-87A1-BBD736BBE2AB}"/>
                </a:ext>
              </a:extLst>
            </p:cNvPr>
            <p:cNvSpPr/>
            <p:nvPr/>
          </p:nvSpPr>
          <p:spPr>
            <a:xfrm>
              <a:off x="4572000" y="1068444"/>
              <a:ext cx="3456000" cy="493656"/>
            </a:xfrm>
            <a:custGeom>
              <a:avLst/>
              <a:gdLst/>
              <a:ahLst/>
              <a:cxnLst/>
              <a:rect l="l" t="t" r="r" b="b"/>
              <a:pathLst>
                <a:path w="1463008" h="256312">
                  <a:moveTo>
                    <a:pt x="70953" y="0"/>
                  </a:moveTo>
                  <a:lnTo>
                    <a:pt x="1392055" y="0"/>
                  </a:lnTo>
                  <a:cubicBezTo>
                    <a:pt x="1410873" y="0"/>
                    <a:pt x="1428921" y="7475"/>
                    <a:pt x="1442227" y="20782"/>
                  </a:cubicBezTo>
                  <a:cubicBezTo>
                    <a:pt x="1455533" y="34088"/>
                    <a:pt x="1463008" y="52135"/>
                    <a:pt x="1463008" y="70953"/>
                  </a:cubicBezTo>
                  <a:lnTo>
                    <a:pt x="1463008" y="185359"/>
                  </a:lnTo>
                  <a:cubicBezTo>
                    <a:pt x="1463008" y="224545"/>
                    <a:pt x="1431242" y="256312"/>
                    <a:pt x="1392055" y="256312"/>
                  </a:cubicBezTo>
                  <a:lnTo>
                    <a:pt x="70953" y="256312"/>
                  </a:lnTo>
                  <a:cubicBezTo>
                    <a:pt x="31767" y="256312"/>
                    <a:pt x="0" y="224545"/>
                    <a:pt x="0" y="185359"/>
                  </a:cubicBezTo>
                  <a:lnTo>
                    <a:pt x="0" y="70953"/>
                  </a:lnTo>
                  <a:cubicBezTo>
                    <a:pt x="0" y="31767"/>
                    <a:pt x="31767" y="0"/>
                    <a:pt x="70953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</a:rPr>
                <a:t>Economics and Statistical Modelling</a:t>
              </a:r>
              <a:endParaRPr lang="en-ID" sz="1600" b="1" dirty="0">
                <a:solidFill>
                  <a:schemeClr val="tx1"/>
                </a:solidFill>
                <a:latin typeface="New Standard" panose="020B0604020202020204" charset="0"/>
                <a:ea typeface="New Standard" panose="020B060402020202020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FD3F7C6-1995-C28E-BEBB-2BF4A3871E96}"/>
              </a:ext>
            </a:extLst>
          </p:cNvPr>
          <p:cNvGrpSpPr/>
          <p:nvPr/>
        </p:nvGrpSpPr>
        <p:grpSpPr>
          <a:xfrm>
            <a:off x="9144000" y="1006306"/>
            <a:ext cx="6019800" cy="2841794"/>
            <a:chOff x="9144000" y="1006306"/>
            <a:chExt cx="6019800" cy="2841794"/>
          </a:xfrm>
        </p:grpSpPr>
        <p:grpSp>
          <p:nvGrpSpPr>
            <p:cNvPr id="28" name="Group 28"/>
            <p:cNvGrpSpPr/>
            <p:nvPr/>
          </p:nvGrpSpPr>
          <p:grpSpPr>
            <a:xfrm>
              <a:off x="9144000" y="1188676"/>
              <a:ext cx="6019800" cy="2659424"/>
              <a:chOff x="0" y="-38100"/>
              <a:chExt cx="1306589" cy="50910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06589" cy="471008"/>
              </a:xfrm>
              <a:custGeom>
                <a:avLst/>
                <a:gdLst/>
                <a:ahLst/>
                <a:cxnLst/>
                <a:rect l="l" t="t" r="r" b="b"/>
                <a:pathLst>
                  <a:path w="1306589" h="471008">
                    <a:moveTo>
                      <a:pt x="38843" y="0"/>
                    </a:moveTo>
                    <a:lnTo>
                      <a:pt x="1267747" y="0"/>
                    </a:lnTo>
                    <a:cubicBezTo>
                      <a:pt x="1278048" y="0"/>
                      <a:pt x="1287928" y="4092"/>
                      <a:pt x="1295213" y="11377"/>
                    </a:cubicBezTo>
                    <a:cubicBezTo>
                      <a:pt x="1302497" y="18661"/>
                      <a:pt x="1306589" y="28541"/>
                      <a:pt x="1306589" y="38843"/>
                    </a:cubicBezTo>
                    <a:lnTo>
                      <a:pt x="1306589" y="432165"/>
                    </a:lnTo>
                    <a:cubicBezTo>
                      <a:pt x="1306589" y="442467"/>
                      <a:pt x="1302497" y="452347"/>
                      <a:pt x="1295213" y="459631"/>
                    </a:cubicBezTo>
                    <a:cubicBezTo>
                      <a:pt x="1287928" y="466916"/>
                      <a:pt x="1278048" y="471008"/>
                      <a:pt x="1267747" y="471008"/>
                    </a:cubicBezTo>
                    <a:lnTo>
                      <a:pt x="38843" y="471008"/>
                    </a:lnTo>
                    <a:cubicBezTo>
                      <a:pt x="28541" y="471008"/>
                      <a:pt x="18661" y="466916"/>
                      <a:pt x="11377" y="459631"/>
                    </a:cubicBezTo>
                    <a:cubicBezTo>
                      <a:pt x="4092" y="452347"/>
                      <a:pt x="0" y="442467"/>
                      <a:pt x="0" y="432165"/>
                    </a:cubicBezTo>
                    <a:lnTo>
                      <a:pt x="0" y="38843"/>
                    </a:lnTo>
                    <a:cubicBezTo>
                      <a:pt x="0" y="28541"/>
                      <a:pt x="4092" y="18661"/>
                      <a:pt x="11377" y="11377"/>
                    </a:cubicBezTo>
                    <a:cubicBezTo>
                      <a:pt x="18661" y="4092"/>
                      <a:pt x="28541" y="0"/>
                      <a:pt x="3884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306589" cy="509108"/>
              </a:xfrm>
              <a:prstGeom prst="rect">
                <a:avLst/>
              </a:prstGeom>
            </p:spPr>
            <p:txBody>
              <a:bodyPr lIns="50792" tIns="50792" rIns="50792" bIns="50792" rtlCol="0" anchor="ctr"/>
              <a:lstStyle/>
              <a:p>
                <a:pPr marL="372852" lvl="1" indent="-186426" algn="l">
                  <a:lnSpc>
                    <a:spcPts val="2417"/>
                  </a:lnSpc>
                  <a:buFont typeface="Arial"/>
                  <a:buChar char="•"/>
                </a:pP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Techniques like the </a:t>
                </a:r>
                <a:r>
                  <a:rPr lang="en-US" sz="2000" b="1" dirty="0">
                    <a:solidFill>
                      <a:srgbClr val="000000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Cobb-Douglas Production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Function are used to model firm </a:t>
                </a:r>
                <a:r>
                  <a:rPr lang="en-US" sz="2000" b="1" dirty="0">
                    <a:solidFill>
                      <a:srgbClr val="000000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outpu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t (Total Revenue) via </a:t>
                </a:r>
                <a:r>
                  <a:rPr lang="en-US" sz="2000" b="1" dirty="0">
                    <a:solidFill>
                      <a:srgbClr val="000000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capital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(Total Assets) and </a:t>
                </a:r>
                <a:r>
                  <a:rPr lang="en-US" sz="2000" b="1" dirty="0">
                    <a:solidFill>
                      <a:srgbClr val="000000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labor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(Total Employees), typically log-transformed to estimate elasticities in a regression framework, with residuals following a </a:t>
                </a:r>
                <a:r>
                  <a:rPr lang="en-US" sz="2000" b="1" dirty="0">
                    <a:solidFill>
                      <a:srgbClr val="000000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normal distribution process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.</a:t>
                </a:r>
              </a:p>
            </p:txBody>
          </p:sp>
        </p:grpSp>
        <p:sp>
          <p:nvSpPr>
            <p:cNvPr id="4" name="Freeform 32">
              <a:extLst>
                <a:ext uri="{FF2B5EF4-FFF2-40B4-BE49-F238E27FC236}">
                  <a16:creationId xmlns:a16="http://schemas.microsoft.com/office/drawing/2014/main" id="{536B59EE-1E40-C0A2-C0C8-9F479F5CCEBD}"/>
                </a:ext>
              </a:extLst>
            </p:cNvPr>
            <p:cNvSpPr/>
            <p:nvPr/>
          </p:nvSpPr>
          <p:spPr>
            <a:xfrm>
              <a:off x="10336200" y="1006306"/>
              <a:ext cx="3456000" cy="493656"/>
            </a:xfrm>
            <a:custGeom>
              <a:avLst/>
              <a:gdLst/>
              <a:ahLst/>
              <a:cxnLst/>
              <a:rect l="l" t="t" r="r" b="b"/>
              <a:pathLst>
                <a:path w="1463008" h="256312">
                  <a:moveTo>
                    <a:pt x="70953" y="0"/>
                  </a:moveTo>
                  <a:lnTo>
                    <a:pt x="1392055" y="0"/>
                  </a:lnTo>
                  <a:cubicBezTo>
                    <a:pt x="1410873" y="0"/>
                    <a:pt x="1428921" y="7475"/>
                    <a:pt x="1442227" y="20782"/>
                  </a:cubicBezTo>
                  <a:cubicBezTo>
                    <a:pt x="1455533" y="34088"/>
                    <a:pt x="1463008" y="52135"/>
                    <a:pt x="1463008" y="70953"/>
                  </a:cubicBezTo>
                  <a:lnTo>
                    <a:pt x="1463008" y="185359"/>
                  </a:lnTo>
                  <a:cubicBezTo>
                    <a:pt x="1463008" y="224545"/>
                    <a:pt x="1431242" y="256312"/>
                    <a:pt x="1392055" y="256312"/>
                  </a:cubicBezTo>
                  <a:lnTo>
                    <a:pt x="70953" y="256312"/>
                  </a:lnTo>
                  <a:cubicBezTo>
                    <a:pt x="31767" y="256312"/>
                    <a:pt x="0" y="224545"/>
                    <a:pt x="0" y="185359"/>
                  </a:cubicBezTo>
                  <a:lnTo>
                    <a:pt x="0" y="70953"/>
                  </a:lnTo>
                  <a:cubicBezTo>
                    <a:pt x="0" y="31767"/>
                    <a:pt x="31767" y="0"/>
                    <a:pt x="70953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</a:rPr>
                <a:t>Modelling Economic Phenomenon</a:t>
              </a:r>
              <a:endParaRPr lang="en-ID" sz="1600" b="1" dirty="0">
                <a:solidFill>
                  <a:schemeClr val="tx1"/>
                </a:solidFill>
                <a:latin typeface="New Standard" panose="020B0604020202020204" charset="0"/>
                <a:ea typeface="New Standard" panose="020B060402020202020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FF27C7-6252-7DCD-1914-BDDB52E0D3F0}"/>
              </a:ext>
            </a:extLst>
          </p:cNvPr>
          <p:cNvGrpSpPr/>
          <p:nvPr/>
        </p:nvGrpSpPr>
        <p:grpSpPr>
          <a:xfrm>
            <a:off x="3839306" y="3910648"/>
            <a:ext cx="5104391" cy="2871153"/>
            <a:chOff x="3839306" y="3910648"/>
            <a:chExt cx="5104391" cy="2871153"/>
          </a:xfrm>
        </p:grpSpPr>
        <p:grpSp>
          <p:nvGrpSpPr>
            <p:cNvPr id="31" name="Group 31"/>
            <p:cNvGrpSpPr/>
            <p:nvPr/>
          </p:nvGrpSpPr>
          <p:grpSpPr>
            <a:xfrm>
              <a:off x="3839306" y="4079737"/>
              <a:ext cx="5104391" cy="2702064"/>
              <a:chOff x="0" y="0"/>
              <a:chExt cx="1035793" cy="47086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035793" cy="470866"/>
              </a:xfrm>
              <a:custGeom>
                <a:avLst/>
                <a:gdLst/>
                <a:ahLst/>
                <a:cxnLst/>
                <a:rect l="l" t="t" r="r" b="b"/>
                <a:pathLst>
                  <a:path w="1035793" h="470866">
                    <a:moveTo>
                      <a:pt x="48998" y="0"/>
                    </a:moveTo>
                    <a:lnTo>
                      <a:pt x="986796" y="0"/>
                    </a:lnTo>
                    <a:cubicBezTo>
                      <a:pt x="1013856" y="0"/>
                      <a:pt x="1035793" y="21937"/>
                      <a:pt x="1035793" y="48998"/>
                    </a:cubicBezTo>
                    <a:lnTo>
                      <a:pt x="1035793" y="421868"/>
                    </a:lnTo>
                    <a:cubicBezTo>
                      <a:pt x="1035793" y="434863"/>
                      <a:pt x="1030631" y="447326"/>
                      <a:pt x="1021442" y="456515"/>
                    </a:cubicBezTo>
                    <a:cubicBezTo>
                      <a:pt x="1012253" y="465703"/>
                      <a:pt x="999791" y="470866"/>
                      <a:pt x="986796" y="470866"/>
                    </a:cubicBezTo>
                    <a:lnTo>
                      <a:pt x="48998" y="470866"/>
                    </a:lnTo>
                    <a:cubicBezTo>
                      <a:pt x="36003" y="470866"/>
                      <a:pt x="23540" y="465703"/>
                      <a:pt x="14351" y="456515"/>
                    </a:cubicBezTo>
                    <a:cubicBezTo>
                      <a:pt x="5162" y="447326"/>
                      <a:pt x="0" y="434863"/>
                      <a:pt x="0" y="421868"/>
                    </a:cubicBezTo>
                    <a:lnTo>
                      <a:pt x="0" y="48998"/>
                    </a:lnTo>
                    <a:cubicBezTo>
                      <a:pt x="0" y="36003"/>
                      <a:pt x="5162" y="23540"/>
                      <a:pt x="14351" y="14351"/>
                    </a:cubicBezTo>
                    <a:cubicBezTo>
                      <a:pt x="23540" y="5162"/>
                      <a:pt x="36003" y="0"/>
                      <a:pt x="4899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035793" cy="508966"/>
              </a:xfrm>
              <a:prstGeom prst="rect">
                <a:avLst/>
              </a:prstGeom>
            </p:spPr>
            <p:txBody>
              <a:bodyPr lIns="50792" tIns="50792" rIns="50792" bIns="50792" rtlCol="0" anchor="ctr"/>
              <a:lstStyle/>
              <a:p>
                <a:pPr marL="372852" lvl="1" indent="-186426" algn="l">
                  <a:lnSpc>
                    <a:spcPts val="2417"/>
                  </a:lnSpc>
                  <a:buFont typeface="Arial"/>
                  <a:buChar char="•"/>
                </a:pP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Traditional regression models assume </a:t>
                </a:r>
                <a:r>
                  <a:rPr lang="en-US" sz="2000" b="1" dirty="0">
                    <a:solidFill>
                      <a:srgbClr val="000000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normality 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with</a:t>
                </a:r>
                <a:r>
                  <a:rPr lang="en-US" sz="2000" b="1" dirty="0">
                    <a:solidFill>
                      <a:srgbClr val="000000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 logarithmic quantity emphasis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, but real-world financial data often exhibit skewness, especially in volatile emerging markets like Indonesia.[</a:t>
                </a:r>
                <a:r>
                  <a:rPr lang="en-US" sz="2000" b="1" dirty="0">
                    <a:solidFill>
                      <a:srgbClr val="13547D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3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]</a:t>
                </a:r>
              </a:p>
            </p:txBody>
          </p:sp>
        </p:grpSp>
        <p:sp>
          <p:nvSpPr>
            <p:cNvPr id="5" name="Freeform 32">
              <a:extLst>
                <a:ext uri="{FF2B5EF4-FFF2-40B4-BE49-F238E27FC236}">
                  <a16:creationId xmlns:a16="http://schemas.microsoft.com/office/drawing/2014/main" id="{663F18BA-EFBB-7C63-F227-0ACE6C4BC1D1}"/>
                </a:ext>
              </a:extLst>
            </p:cNvPr>
            <p:cNvSpPr/>
            <p:nvPr/>
          </p:nvSpPr>
          <p:spPr>
            <a:xfrm>
              <a:off x="4634195" y="3910648"/>
              <a:ext cx="3456000" cy="511034"/>
            </a:xfrm>
            <a:custGeom>
              <a:avLst/>
              <a:gdLst/>
              <a:ahLst/>
              <a:cxnLst/>
              <a:rect l="l" t="t" r="r" b="b"/>
              <a:pathLst>
                <a:path w="1463008" h="256312">
                  <a:moveTo>
                    <a:pt x="70953" y="0"/>
                  </a:moveTo>
                  <a:lnTo>
                    <a:pt x="1392055" y="0"/>
                  </a:lnTo>
                  <a:cubicBezTo>
                    <a:pt x="1410873" y="0"/>
                    <a:pt x="1428921" y="7475"/>
                    <a:pt x="1442227" y="20782"/>
                  </a:cubicBezTo>
                  <a:cubicBezTo>
                    <a:pt x="1455533" y="34088"/>
                    <a:pt x="1463008" y="52135"/>
                    <a:pt x="1463008" y="70953"/>
                  </a:cubicBezTo>
                  <a:lnTo>
                    <a:pt x="1463008" y="185359"/>
                  </a:lnTo>
                  <a:cubicBezTo>
                    <a:pt x="1463008" y="224545"/>
                    <a:pt x="1431242" y="256312"/>
                    <a:pt x="1392055" y="256312"/>
                  </a:cubicBezTo>
                  <a:lnTo>
                    <a:pt x="70953" y="256312"/>
                  </a:lnTo>
                  <a:cubicBezTo>
                    <a:pt x="31767" y="256312"/>
                    <a:pt x="0" y="224545"/>
                    <a:pt x="0" y="185359"/>
                  </a:cubicBezTo>
                  <a:lnTo>
                    <a:pt x="0" y="70953"/>
                  </a:lnTo>
                  <a:cubicBezTo>
                    <a:pt x="0" y="31767"/>
                    <a:pt x="31767" y="0"/>
                    <a:pt x="70953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</a:rPr>
                <a:t>The linear regression’s normality assumption</a:t>
              </a:r>
              <a:endParaRPr lang="en-ID" sz="1600" b="1" dirty="0">
                <a:solidFill>
                  <a:schemeClr val="tx1"/>
                </a:solidFill>
                <a:latin typeface="New Standard" panose="020B0604020202020204" charset="0"/>
                <a:ea typeface="New Standard" panose="020B060402020202020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EC01906-ACF2-51F4-FF46-CBAC01F984BA}"/>
              </a:ext>
            </a:extLst>
          </p:cNvPr>
          <p:cNvGrpSpPr/>
          <p:nvPr/>
        </p:nvGrpSpPr>
        <p:grpSpPr>
          <a:xfrm>
            <a:off x="9180496" y="3904559"/>
            <a:ext cx="5983304" cy="2801988"/>
            <a:chOff x="9180496" y="3904559"/>
            <a:chExt cx="5983304" cy="2801988"/>
          </a:xfrm>
        </p:grpSpPr>
        <p:grpSp>
          <p:nvGrpSpPr>
            <p:cNvPr id="34" name="Group 34"/>
            <p:cNvGrpSpPr/>
            <p:nvPr/>
          </p:nvGrpSpPr>
          <p:grpSpPr>
            <a:xfrm>
              <a:off x="9180496" y="4047123"/>
              <a:ext cx="5983304" cy="2659424"/>
              <a:chOff x="0" y="0"/>
              <a:chExt cx="1262736" cy="47086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262736" cy="470866"/>
              </a:xfrm>
              <a:custGeom>
                <a:avLst/>
                <a:gdLst/>
                <a:ahLst/>
                <a:cxnLst/>
                <a:rect l="l" t="t" r="r" b="b"/>
                <a:pathLst>
                  <a:path w="1262736" h="470866">
                    <a:moveTo>
                      <a:pt x="40192" y="0"/>
                    </a:moveTo>
                    <a:lnTo>
                      <a:pt x="1222544" y="0"/>
                    </a:lnTo>
                    <a:cubicBezTo>
                      <a:pt x="1244742" y="0"/>
                      <a:pt x="1262736" y="17994"/>
                      <a:pt x="1262736" y="40192"/>
                    </a:cubicBezTo>
                    <a:lnTo>
                      <a:pt x="1262736" y="430674"/>
                    </a:lnTo>
                    <a:cubicBezTo>
                      <a:pt x="1262736" y="452871"/>
                      <a:pt x="1244742" y="470866"/>
                      <a:pt x="1222544" y="470866"/>
                    </a:cubicBezTo>
                    <a:lnTo>
                      <a:pt x="40192" y="470866"/>
                    </a:lnTo>
                    <a:cubicBezTo>
                      <a:pt x="17994" y="470866"/>
                      <a:pt x="0" y="452871"/>
                      <a:pt x="0" y="430674"/>
                    </a:cubicBezTo>
                    <a:lnTo>
                      <a:pt x="0" y="40192"/>
                    </a:lnTo>
                    <a:cubicBezTo>
                      <a:pt x="0" y="17994"/>
                      <a:pt x="17994" y="0"/>
                      <a:pt x="4019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262736" cy="508966"/>
              </a:xfrm>
              <a:prstGeom prst="rect">
                <a:avLst/>
              </a:prstGeom>
            </p:spPr>
            <p:txBody>
              <a:bodyPr lIns="50792" tIns="50792" rIns="50792" bIns="50792" rtlCol="0" anchor="ctr"/>
              <a:lstStyle/>
              <a:p>
                <a:pPr marL="372852" lvl="1" indent="-186426" algn="l">
                  <a:lnSpc>
                    <a:spcPts val="2417"/>
                  </a:lnSpc>
                  <a:buFont typeface="Arial"/>
                  <a:buChar char="•"/>
                </a:pPr>
                <a:r>
                  <a:rPr lang="en-US" sz="2000" b="1" dirty="0">
                    <a:solidFill>
                      <a:srgbClr val="000000"/>
                    </a:solidFill>
                    <a:latin typeface="New Standard Bold"/>
                    <a:ea typeface="New Standard Bold"/>
                    <a:cs typeface="New Standard Bold"/>
                    <a:sym typeface="New Standard Bold"/>
                  </a:rPr>
                  <a:t>Skew-Symmetric Distributions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(</a:t>
                </a:r>
                <a:r>
                  <a:rPr lang="en-US" sz="2000" dirty="0" err="1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Azzalini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; Arellano &amp; Bover) allow for better modeling of asymmetric residuals and improve estimation robustness under non-normal data conditions.[</a:t>
                </a:r>
                <a:r>
                  <a:rPr lang="en-US" sz="2000" dirty="0">
                    <a:solidFill>
                      <a:srgbClr val="13547D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4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]. Prior studies like </a:t>
                </a:r>
                <a:r>
                  <a:rPr lang="en-US" sz="2000" dirty="0" err="1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Jiminchi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et.al also confirms this [</a:t>
                </a:r>
                <a:r>
                  <a:rPr lang="en-US" sz="2000" dirty="0">
                    <a:solidFill>
                      <a:schemeClr val="tx2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5</a:t>
                </a:r>
                <a:r>
                  <a:rPr lang="en-US" sz="2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]</a:t>
                </a:r>
              </a:p>
            </p:txBody>
          </p:sp>
        </p:grpSp>
        <p:sp>
          <p:nvSpPr>
            <p:cNvPr id="6" name="Freeform 32">
              <a:extLst>
                <a:ext uri="{FF2B5EF4-FFF2-40B4-BE49-F238E27FC236}">
                  <a16:creationId xmlns:a16="http://schemas.microsoft.com/office/drawing/2014/main" id="{03E7A7F4-8AE5-306C-60A6-B98A481F6BC1}"/>
                </a:ext>
              </a:extLst>
            </p:cNvPr>
            <p:cNvSpPr/>
            <p:nvPr/>
          </p:nvSpPr>
          <p:spPr>
            <a:xfrm>
              <a:off x="10444148" y="3904559"/>
              <a:ext cx="3456000" cy="511034"/>
            </a:xfrm>
            <a:custGeom>
              <a:avLst/>
              <a:gdLst/>
              <a:ahLst/>
              <a:cxnLst/>
              <a:rect l="l" t="t" r="r" b="b"/>
              <a:pathLst>
                <a:path w="1463008" h="256312">
                  <a:moveTo>
                    <a:pt x="70953" y="0"/>
                  </a:moveTo>
                  <a:lnTo>
                    <a:pt x="1392055" y="0"/>
                  </a:lnTo>
                  <a:cubicBezTo>
                    <a:pt x="1410873" y="0"/>
                    <a:pt x="1428921" y="7475"/>
                    <a:pt x="1442227" y="20782"/>
                  </a:cubicBezTo>
                  <a:cubicBezTo>
                    <a:pt x="1455533" y="34088"/>
                    <a:pt x="1463008" y="52135"/>
                    <a:pt x="1463008" y="70953"/>
                  </a:cubicBezTo>
                  <a:lnTo>
                    <a:pt x="1463008" y="185359"/>
                  </a:lnTo>
                  <a:cubicBezTo>
                    <a:pt x="1463008" y="224545"/>
                    <a:pt x="1431242" y="256312"/>
                    <a:pt x="1392055" y="256312"/>
                  </a:cubicBezTo>
                  <a:lnTo>
                    <a:pt x="70953" y="256312"/>
                  </a:lnTo>
                  <a:cubicBezTo>
                    <a:pt x="31767" y="256312"/>
                    <a:pt x="0" y="224545"/>
                    <a:pt x="0" y="185359"/>
                  </a:cubicBezTo>
                  <a:lnTo>
                    <a:pt x="0" y="70953"/>
                  </a:lnTo>
                  <a:cubicBezTo>
                    <a:pt x="0" y="31767"/>
                    <a:pt x="31767" y="0"/>
                    <a:pt x="70953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</a:rPr>
                <a:t>The skew symmetric distribution’s role</a:t>
              </a:r>
              <a:endParaRPr lang="en-ID" sz="1600" b="1" dirty="0">
                <a:solidFill>
                  <a:schemeClr val="tx1"/>
                </a:solidFill>
                <a:latin typeface="New Standard" panose="020B0604020202020204" charset="0"/>
                <a:ea typeface="New Standard" panose="020B06040202020202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FF80E2D1-C738-51E9-22C4-CEE2F3465E78}"/>
              </a:ext>
            </a:extLst>
          </p:cNvPr>
          <p:cNvGrpSpPr/>
          <p:nvPr/>
        </p:nvGrpSpPr>
        <p:grpSpPr>
          <a:xfrm>
            <a:off x="-30724" y="-142780"/>
            <a:ext cx="18331423" cy="1057179"/>
            <a:chOff x="0" y="-86574"/>
            <a:chExt cx="24751626" cy="3078995"/>
          </a:xfrm>
        </p:grpSpPr>
        <p:grpSp>
          <p:nvGrpSpPr>
            <p:cNvPr id="44" name="Group 10">
              <a:extLst>
                <a:ext uri="{FF2B5EF4-FFF2-40B4-BE49-F238E27FC236}">
                  <a16:creationId xmlns:a16="http://schemas.microsoft.com/office/drawing/2014/main" id="{787578CE-5473-59BA-F31B-4359EEBD9AA8}"/>
                </a:ext>
              </a:extLst>
            </p:cNvPr>
            <p:cNvGrpSpPr/>
            <p:nvPr/>
          </p:nvGrpSpPr>
          <p:grpSpPr>
            <a:xfrm>
              <a:off x="2683017" y="-86574"/>
              <a:ext cx="22068609" cy="3077732"/>
              <a:chOff x="0" y="-9525"/>
              <a:chExt cx="2428028" cy="338618"/>
            </a:xfrm>
          </p:grpSpPr>
          <p:sp>
            <p:nvSpPr>
              <p:cNvPr id="48" name="Freeform 11">
                <a:extLst>
                  <a:ext uri="{FF2B5EF4-FFF2-40B4-BE49-F238E27FC236}">
                    <a16:creationId xmlns:a16="http://schemas.microsoft.com/office/drawing/2014/main" id="{ACAE3672-95A8-7F78-C66A-EA7E61A23C61}"/>
                  </a:ext>
                </a:extLst>
              </p:cNvPr>
              <p:cNvSpPr/>
              <p:nvPr/>
            </p:nvSpPr>
            <p:spPr>
              <a:xfrm>
                <a:off x="0" y="36637"/>
                <a:ext cx="2428028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32909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329093"/>
                    </a:lnTo>
                    <a:lnTo>
                      <a:pt x="0" y="32909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9" name="TextBox 12">
                <a:extLst>
                  <a:ext uri="{FF2B5EF4-FFF2-40B4-BE49-F238E27FC236}">
                    <a16:creationId xmlns:a16="http://schemas.microsoft.com/office/drawing/2014/main" id="{E00A5D5D-29D7-A2EB-24D8-620077ABE393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3386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45" name="Group 13">
              <a:extLst>
                <a:ext uri="{FF2B5EF4-FFF2-40B4-BE49-F238E27FC236}">
                  <a16:creationId xmlns:a16="http://schemas.microsoft.com/office/drawing/2014/main" id="{24A37F4B-469F-BC9D-1547-67709DB7F186}"/>
                </a:ext>
              </a:extLst>
            </p:cNvPr>
            <p:cNvGrpSpPr/>
            <p:nvPr/>
          </p:nvGrpSpPr>
          <p:grpSpPr>
            <a:xfrm>
              <a:off x="0" y="247686"/>
              <a:ext cx="14206908" cy="2744735"/>
              <a:chOff x="0" y="-9525"/>
              <a:chExt cx="1563070" cy="301981"/>
            </a:xfrm>
          </p:grpSpPr>
          <p:sp>
            <p:nvSpPr>
              <p:cNvPr id="46" name="Freeform 14">
                <a:extLst>
                  <a:ext uri="{FF2B5EF4-FFF2-40B4-BE49-F238E27FC236}">
                    <a16:creationId xmlns:a16="http://schemas.microsoft.com/office/drawing/2014/main" id="{CE90B81C-58B9-6303-101C-5831C1286CB2}"/>
                  </a:ext>
                </a:extLst>
              </p:cNvPr>
              <p:cNvSpPr/>
              <p:nvPr/>
            </p:nvSpPr>
            <p:spPr>
              <a:xfrm>
                <a:off x="0" y="0"/>
                <a:ext cx="1563070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9245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92456"/>
                    </a:lnTo>
                    <a:lnTo>
                      <a:pt x="1359870" y="292456"/>
                    </a:lnTo>
                    <a:lnTo>
                      <a:pt x="1563070" y="14622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47" name="TextBox 15">
                <a:extLst>
                  <a:ext uri="{FF2B5EF4-FFF2-40B4-BE49-F238E27FC236}">
                    <a16:creationId xmlns:a16="http://schemas.microsoft.com/office/drawing/2014/main" id="{5A2ADF6D-4A1D-5FDF-9616-90C9D4D9F387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48770" cy="301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5454961" y="1536554"/>
            <a:ext cx="10166039" cy="2936732"/>
            <a:chOff x="0" y="0"/>
            <a:chExt cx="3471708" cy="10028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71708" cy="1002896"/>
            </a:xfrm>
            <a:custGeom>
              <a:avLst/>
              <a:gdLst/>
              <a:ahLst/>
              <a:cxnLst/>
              <a:rect l="l" t="t" r="r" b="b"/>
              <a:pathLst>
                <a:path w="3471708" h="1002896">
                  <a:moveTo>
                    <a:pt x="0" y="0"/>
                  </a:moveTo>
                  <a:lnTo>
                    <a:pt x="3471708" y="0"/>
                  </a:lnTo>
                  <a:lnTo>
                    <a:pt x="3471708" y="1002896"/>
                  </a:lnTo>
                  <a:lnTo>
                    <a:pt x="0" y="1002896"/>
                  </a:lnTo>
                  <a:close/>
                </a:path>
              </a:pathLst>
            </a:custGeom>
            <a:solidFill>
              <a:srgbClr val="F7F8F8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471708" cy="1040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88617" lvl="1" indent="-194308" algn="l">
                <a:lnSpc>
                  <a:spcPts val="25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b="1" dirty="0">
                  <a:solidFill>
                    <a:schemeClr val="tx2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Theories Used:</a:t>
              </a:r>
            </a:p>
            <a:p>
              <a:pPr marL="777234" lvl="2" indent="-259078" algn="l">
                <a:lnSpc>
                  <a:spcPts val="251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799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Theory of Production (</a:t>
              </a:r>
              <a:r>
                <a:rPr lang="en-US" sz="1799" b="1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Cobb &amp; Douglas</a:t>
              </a:r>
              <a:r>
                <a:rPr lang="en-US" sz="1799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);</a:t>
              </a:r>
            </a:p>
            <a:p>
              <a:pPr marL="777234" lvl="2" indent="-259078" algn="l">
                <a:lnSpc>
                  <a:spcPts val="251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799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Theory of the Firm (</a:t>
              </a:r>
              <a:r>
                <a:rPr lang="en-US" sz="1799" b="1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Coase</a:t>
              </a:r>
              <a:r>
                <a:rPr lang="en-US" sz="1799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); and</a:t>
              </a:r>
            </a:p>
            <a:p>
              <a:pPr marL="777234" lvl="2" indent="-259078" algn="l">
                <a:lnSpc>
                  <a:spcPts val="251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799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Classical regression limitations addressed using </a:t>
              </a:r>
              <a:r>
                <a:rPr lang="en-US" sz="1799" b="1" dirty="0" err="1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Azzalini’s</a:t>
              </a:r>
              <a:r>
                <a:rPr lang="en-US" sz="1799" b="1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 skew-normal distribution</a:t>
              </a:r>
              <a:r>
                <a:rPr lang="en-US" sz="1799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.</a:t>
              </a:r>
            </a:p>
            <a:p>
              <a:pPr marL="388617" lvl="1" indent="-194308" algn="l">
                <a:lnSpc>
                  <a:spcPts val="25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b="1" dirty="0">
                  <a:solidFill>
                    <a:schemeClr val="tx2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Framework and Hypothesis:</a:t>
              </a:r>
            </a:p>
            <a:p>
              <a:pPr marL="777234" lvl="2" indent="-259078" algn="l">
                <a:lnSpc>
                  <a:spcPts val="251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799" b="1" i="1" dirty="0">
                  <a:solidFill>
                    <a:srgbClr val="000000"/>
                  </a:solidFill>
                  <a:latin typeface="New Standard Bold Italics"/>
                  <a:ea typeface="New Standard Bold Italics"/>
                  <a:cs typeface="New Standard Bold Italics"/>
                  <a:sym typeface="New Standard Bold Italics"/>
                </a:rPr>
                <a:t>H1</a:t>
              </a:r>
              <a:r>
                <a:rPr lang="en-US" sz="1799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 : Variables of Total Assets and Total Employees correlate significantly to a firm’s Total Revenue.</a:t>
              </a:r>
            </a:p>
            <a:p>
              <a:pPr marL="777234" lvl="2" indent="-259078" algn="l">
                <a:lnSpc>
                  <a:spcPts val="251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799" b="1" i="1" dirty="0">
                  <a:solidFill>
                    <a:srgbClr val="000000"/>
                  </a:solidFill>
                  <a:latin typeface="New Standard Bold Italics"/>
                  <a:ea typeface="New Standard Bold Italics"/>
                  <a:cs typeface="New Standard Bold Italics"/>
                  <a:sym typeface="New Standard Bold Italics"/>
                </a:rPr>
                <a:t>H2</a:t>
              </a:r>
              <a:r>
                <a:rPr lang="en-US" sz="1799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: A regression model incorporating skew-symmetric distributions provides a better estimation of firm performance compared to traditional symmetric regression models.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454961" y="4902167"/>
            <a:ext cx="5083019" cy="3444946"/>
            <a:chOff x="0" y="0"/>
            <a:chExt cx="1735854" cy="117645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35854" cy="1176451"/>
            </a:xfrm>
            <a:custGeom>
              <a:avLst/>
              <a:gdLst/>
              <a:ahLst/>
              <a:cxnLst/>
              <a:rect l="l" t="t" r="r" b="b"/>
              <a:pathLst>
                <a:path w="1735854" h="1176451">
                  <a:moveTo>
                    <a:pt x="0" y="0"/>
                  </a:moveTo>
                  <a:lnTo>
                    <a:pt x="1735854" y="0"/>
                  </a:lnTo>
                  <a:lnTo>
                    <a:pt x="1735854" y="1176451"/>
                  </a:lnTo>
                  <a:lnTo>
                    <a:pt x="0" y="1176451"/>
                  </a:lnTo>
                  <a:close/>
                </a:path>
              </a:pathLst>
            </a:custGeom>
            <a:solidFill>
              <a:srgbClr val="F7F8F8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735854" cy="1214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88617" lvl="1" indent="-194308" algn="l">
                <a:lnSpc>
                  <a:spcPts val="2519"/>
                </a:lnSpc>
                <a:spcBef>
                  <a:spcPct val="0"/>
                </a:spcBef>
                <a:buFont typeface="Arial"/>
                <a:buChar char="•"/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338756" y="4634541"/>
            <a:ext cx="3055173" cy="535252"/>
            <a:chOff x="0" y="0"/>
            <a:chExt cx="1463008" cy="25631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63008" cy="256312"/>
            </a:xfrm>
            <a:custGeom>
              <a:avLst/>
              <a:gdLst/>
              <a:ahLst/>
              <a:cxnLst/>
              <a:rect l="l" t="t" r="r" b="b"/>
              <a:pathLst>
                <a:path w="1463008" h="256312">
                  <a:moveTo>
                    <a:pt x="70953" y="0"/>
                  </a:moveTo>
                  <a:lnTo>
                    <a:pt x="1392055" y="0"/>
                  </a:lnTo>
                  <a:cubicBezTo>
                    <a:pt x="1410873" y="0"/>
                    <a:pt x="1428921" y="7475"/>
                    <a:pt x="1442227" y="20782"/>
                  </a:cubicBezTo>
                  <a:cubicBezTo>
                    <a:pt x="1455533" y="34088"/>
                    <a:pt x="1463008" y="52135"/>
                    <a:pt x="1463008" y="70953"/>
                  </a:cubicBezTo>
                  <a:lnTo>
                    <a:pt x="1463008" y="185359"/>
                  </a:lnTo>
                  <a:cubicBezTo>
                    <a:pt x="1463008" y="224545"/>
                    <a:pt x="1431242" y="256312"/>
                    <a:pt x="1392055" y="256312"/>
                  </a:cubicBezTo>
                  <a:lnTo>
                    <a:pt x="70953" y="256312"/>
                  </a:lnTo>
                  <a:cubicBezTo>
                    <a:pt x="31767" y="256312"/>
                    <a:pt x="0" y="224545"/>
                    <a:pt x="0" y="185359"/>
                  </a:cubicBezTo>
                  <a:lnTo>
                    <a:pt x="0" y="70953"/>
                  </a:lnTo>
                  <a:cubicBezTo>
                    <a:pt x="0" y="31767"/>
                    <a:pt x="31767" y="0"/>
                    <a:pt x="70953" y="0"/>
                  </a:cubicBezTo>
                  <a:close/>
                </a:path>
              </a:pathLst>
            </a:custGeom>
            <a:solidFill>
              <a:srgbClr val="D9D9D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>
                <a:solidFill>
                  <a:schemeClr val="tx2"/>
                </a:solidFill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1463008" cy="303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7"/>
                </a:lnSpc>
              </a:pPr>
              <a:r>
                <a:rPr lang="en-US" sz="2026" b="1" dirty="0">
                  <a:solidFill>
                    <a:schemeClr val="tx2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Theory of Production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537980" y="4902167"/>
            <a:ext cx="5083019" cy="3444946"/>
            <a:chOff x="0" y="0"/>
            <a:chExt cx="1735854" cy="117645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35854" cy="1176451"/>
            </a:xfrm>
            <a:custGeom>
              <a:avLst/>
              <a:gdLst/>
              <a:ahLst/>
              <a:cxnLst/>
              <a:rect l="l" t="t" r="r" b="b"/>
              <a:pathLst>
                <a:path w="1735854" h="1176451">
                  <a:moveTo>
                    <a:pt x="0" y="0"/>
                  </a:moveTo>
                  <a:lnTo>
                    <a:pt x="1735854" y="0"/>
                  </a:lnTo>
                  <a:lnTo>
                    <a:pt x="1735854" y="1176451"/>
                  </a:lnTo>
                  <a:lnTo>
                    <a:pt x="0" y="1176451"/>
                  </a:lnTo>
                  <a:close/>
                </a:path>
              </a:pathLst>
            </a:custGeom>
            <a:solidFill>
              <a:srgbClr val="F7F8F8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735854" cy="1214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88617" lvl="1" indent="-194308" algn="l">
                <a:lnSpc>
                  <a:spcPts val="2519"/>
                </a:lnSpc>
                <a:spcBef>
                  <a:spcPct val="0"/>
                </a:spcBef>
                <a:buFont typeface="Arial"/>
                <a:buChar char="•"/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421775" y="4634541"/>
            <a:ext cx="3055173" cy="535252"/>
            <a:chOff x="0" y="0"/>
            <a:chExt cx="1463008" cy="25631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63008" cy="256312"/>
            </a:xfrm>
            <a:custGeom>
              <a:avLst/>
              <a:gdLst/>
              <a:ahLst/>
              <a:cxnLst/>
              <a:rect l="l" t="t" r="r" b="b"/>
              <a:pathLst>
                <a:path w="1463008" h="256312">
                  <a:moveTo>
                    <a:pt x="70953" y="0"/>
                  </a:moveTo>
                  <a:lnTo>
                    <a:pt x="1392055" y="0"/>
                  </a:lnTo>
                  <a:cubicBezTo>
                    <a:pt x="1410873" y="0"/>
                    <a:pt x="1428921" y="7475"/>
                    <a:pt x="1442227" y="20782"/>
                  </a:cubicBezTo>
                  <a:cubicBezTo>
                    <a:pt x="1455533" y="34088"/>
                    <a:pt x="1463008" y="52135"/>
                    <a:pt x="1463008" y="70953"/>
                  </a:cubicBezTo>
                  <a:lnTo>
                    <a:pt x="1463008" y="185359"/>
                  </a:lnTo>
                  <a:cubicBezTo>
                    <a:pt x="1463008" y="224545"/>
                    <a:pt x="1431242" y="256312"/>
                    <a:pt x="1392055" y="256312"/>
                  </a:cubicBezTo>
                  <a:lnTo>
                    <a:pt x="70953" y="256312"/>
                  </a:lnTo>
                  <a:cubicBezTo>
                    <a:pt x="31767" y="256312"/>
                    <a:pt x="0" y="224545"/>
                    <a:pt x="0" y="185359"/>
                  </a:cubicBezTo>
                  <a:lnTo>
                    <a:pt x="0" y="70953"/>
                  </a:lnTo>
                  <a:cubicBezTo>
                    <a:pt x="0" y="31767"/>
                    <a:pt x="31767" y="0"/>
                    <a:pt x="70953" y="0"/>
                  </a:cubicBezTo>
                  <a:close/>
                </a:path>
              </a:pathLst>
            </a:custGeom>
            <a:solidFill>
              <a:srgbClr val="D9D9D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>
                <a:solidFill>
                  <a:schemeClr val="tx2"/>
                </a:solidFill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463008" cy="303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7"/>
                </a:lnSpc>
              </a:pPr>
              <a:r>
                <a:rPr lang="en-US" sz="2026" b="1">
                  <a:solidFill>
                    <a:schemeClr val="tx2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Theory of The Firm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43123" y="386471"/>
            <a:ext cx="4705221" cy="2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3678" b="1">
                <a:solidFill>
                  <a:srgbClr val="FFFFFF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2. Literature Review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98586" y="5199362"/>
            <a:ext cx="4795768" cy="3061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0090" lvl="1" indent="-155045" algn="l">
              <a:lnSpc>
                <a:spcPts val="2010"/>
              </a:lnSpc>
              <a:buFont typeface="Arial"/>
              <a:buChar char="•"/>
            </a:pPr>
            <a:r>
              <a:rPr lang="en-US" sz="1436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firm combines and reconciliates the inputs of labor and capital into production. </a:t>
            </a:r>
          </a:p>
          <a:p>
            <a:pPr marL="310090" lvl="1" indent="-155045" algn="l">
              <a:lnSpc>
                <a:spcPts val="2010"/>
              </a:lnSpc>
              <a:buFont typeface="Arial"/>
              <a:buChar char="•"/>
            </a:pPr>
            <a:r>
              <a:rPr lang="en-US" sz="1436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Labor and capital have their tradeoffs between one and another in respective elasticities, by which one can utilize or prefer one or the other [</a:t>
            </a:r>
            <a:r>
              <a:rPr lang="en-US" sz="1436">
                <a:solidFill>
                  <a:srgbClr val="13547D"/>
                </a:solidFill>
                <a:latin typeface="New Standard"/>
                <a:ea typeface="New Standard"/>
                <a:cs typeface="New Standard"/>
                <a:sym typeface="New Standard"/>
              </a:rPr>
              <a:t>1</a:t>
            </a:r>
            <a:r>
              <a:rPr lang="en-US" sz="1436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]. </a:t>
            </a:r>
          </a:p>
          <a:p>
            <a:pPr marL="310090" lvl="1" indent="-155045" algn="l">
              <a:lnSpc>
                <a:spcPts val="2010"/>
              </a:lnSpc>
              <a:buFont typeface="Arial"/>
              <a:buChar char="•"/>
            </a:pPr>
            <a:r>
              <a:rPr lang="en-US" sz="1436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In financial statement analysis, the Cobb-Douglas function serves as a framework to assess how efficiently a firm allocates resources. </a:t>
            </a:r>
          </a:p>
          <a:p>
            <a:pPr marL="310090" lvl="1" indent="-155045" algn="l">
              <a:lnSpc>
                <a:spcPts val="2010"/>
              </a:lnSpc>
              <a:buFont typeface="Arial"/>
              <a:buChar char="•"/>
            </a:pPr>
            <a:r>
              <a:rPr lang="en-US" sz="1436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Empirical studies have validated this function in corporate finance, showing that asset utilization and workforce management significantly impact firm revenue such as the study of Hall and Jones [</a:t>
            </a:r>
            <a:r>
              <a:rPr lang="en-US" sz="1436">
                <a:solidFill>
                  <a:srgbClr val="13547D"/>
                </a:solidFill>
                <a:latin typeface="New Standard"/>
                <a:ea typeface="New Standard"/>
                <a:cs typeface="New Standard"/>
                <a:sym typeface="New Standard"/>
              </a:rPr>
              <a:t>2</a:t>
            </a:r>
            <a:r>
              <a:rPr lang="en-US" sz="1436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]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706886" y="5265788"/>
            <a:ext cx="4150510" cy="2677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31504" lvl="1" indent="-165752" algn="l">
              <a:lnSpc>
                <a:spcPts val="2149"/>
              </a:lnSpc>
              <a:buFont typeface="Arial"/>
              <a:buChar char="•"/>
            </a:pPr>
            <a:r>
              <a:rPr lang="en-US" sz="1535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According to Coase, firms exist to minimize transactions costs and operate efficiently in response to market forces and aim to maximize profits subject to competitive pressures [</a:t>
            </a:r>
            <a:r>
              <a:rPr lang="en-US" sz="1535">
                <a:solidFill>
                  <a:srgbClr val="13547D"/>
                </a:solidFill>
                <a:latin typeface="New Standard"/>
                <a:ea typeface="New Standard"/>
                <a:cs typeface="New Standard"/>
                <a:sym typeface="New Standard"/>
              </a:rPr>
              <a:t>3</a:t>
            </a:r>
            <a:r>
              <a:rPr lang="en-US" sz="1535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]. </a:t>
            </a:r>
          </a:p>
          <a:p>
            <a:pPr marL="331504" lvl="1" indent="-165752" algn="l">
              <a:lnSpc>
                <a:spcPts val="2149"/>
              </a:lnSpc>
              <a:buFont typeface="Arial"/>
              <a:buChar char="•"/>
            </a:pPr>
            <a:r>
              <a:rPr lang="en-US" sz="1535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In financial statement analysis, this theory underpins key financial ratios, such as return on assets (ROA), return on equity (ROE), and revenue efficiency metrics, to evaluate firm performance [</a:t>
            </a:r>
            <a:r>
              <a:rPr lang="en-US" sz="1535">
                <a:solidFill>
                  <a:srgbClr val="13547D"/>
                </a:solidFill>
                <a:latin typeface="New Standard"/>
                <a:ea typeface="New Standard"/>
                <a:cs typeface="New Standard"/>
                <a:sym typeface="New Standard"/>
              </a:rPr>
              <a:t>4</a:t>
            </a:r>
            <a:r>
              <a:rPr lang="en-US" sz="1535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].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704" y="6612395"/>
            <a:ext cx="4946877" cy="287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References:</a:t>
            </a:r>
          </a:p>
          <a:p>
            <a:pPr marL="192856" lvl="1" indent="-96428" algn="just">
              <a:lnSpc>
                <a:spcPct val="150000"/>
              </a:lnSpc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Cobb, C. W., &amp; Douglas, P. H. (1928). A theory of production. American Economic Review, 18(1), 139-165.</a:t>
            </a:r>
          </a:p>
          <a:p>
            <a:pPr marL="192856" lvl="1" indent="-96428" algn="just">
              <a:lnSpc>
                <a:spcPct val="150000"/>
              </a:lnSpc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Hall, R. E., &amp; Jones, C. I. (1999). Why do some countries produce so much more output per worker than others? Quarterly Journal of Economics, 114(1), 83-116.</a:t>
            </a:r>
          </a:p>
          <a:p>
            <a:pPr marL="192856" lvl="1" indent="-96428" algn="just">
              <a:lnSpc>
                <a:spcPct val="150000"/>
              </a:lnSpc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Coase, R. H. (1937). The nature of the firm. Economica, 4(16), 386-405.</a:t>
            </a:r>
          </a:p>
          <a:p>
            <a:pPr marL="192856" lvl="1" indent="-96428" algn="just">
              <a:lnSpc>
                <a:spcPct val="150000"/>
              </a:lnSpc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nature of the firm. Economica, 4(16), 386-405.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5893293-8E82-71C6-DF4B-58A793A2F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347" y="89595"/>
            <a:ext cx="2054530" cy="707197"/>
          </a:xfrm>
          <a:prstGeom prst="rect">
            <a:avLst/>
          </a:prstGeom>
        </p:spPr>
      </p:pic>
      <p:grpSp>
        <p:nvGrpSpPr>
          <p:cNvPr id="51" name="Group 17">
            <a:extLst>
              <a:ext uri="{FF2B5EF4-FFF2-40B4-BE49-F238E27FC236}">
                <a16:creationId xmlns:a16="http://schemas.microsoft.com/office/drawing/2014/main" id="{CBFCBDD3-65CA-8487-5A28-3C501C435B27}"/>
              </a:ext>
            </a:extLst>
          </p:cNvPr>
          <p:cNvGrpSpPr/>
          <p:nvPr/>
        </p:nvGrpSpPr>
        <p:grpSpPr>
          <a:xfrm>
            <a:off x="-275719" y="9601244"/>
            <a:ext cx="18811726" cy="852052"/>
            <a:chOff x="0" y="-87990"/>
            <a:chExt cx="25082301" cy="2743785"/>
          </a:xfrm>
        </p:grpSpPr>
        <p:grpSp>
          <p:nvGrpSpPr>
            <p:cNvPr id="52" name="Group 18">
              <a:extLst>
                <a:ext uri="{FF2B5EF4-FFF2-40B4-BE49-F238E27FC236}">
                  <a16:creationId xmlns:a16="http://schemas.microsoft.com/office/drawing/2014/main" id="{35C24E1B-BD8F-5B92-75B5-575D8D7ED058}"/>
                </a:ext>
              </a:extLst>
            </p:cNvPr>
            <p:cNvGrpSpPr/>
            <p:nvPr/>
          </p:nvGrpSpPr>
          <p:grpSpPr>
            <a:xfrm>
              <a:off x="2652622" y="-87990"/>
              <a:ext cx="22429679" cy="2743785"/>
              <a:chOff x="0" y="-9525"/>
              <a:chExt cx="2428028" cy="297017"/>
            </a:xfrm>
          </p:grpSpPr>
          <p:sp>
            <p:nvSpPr>
              <p:cNvPr id="57" name="Freeform 19">
                <a:extLst>
                  <a:ext uri="{FF2B5EF4-FFF2-40B4-BE49-F238E27FC236}">
                    <a16:creationId xmlns:a16="http://schemas.microsoft.com/office/drawing/2014/main" id="{57542640-DFFB-48E9-B858-E7A8C024C9A0}"/>
                  </a:ext>
                </a:extLst>
              </p:cNvPr>
              <p:cNvSpPr/>
              <p:nvPr/>
            </p:nvSpPr>
            <p:spPr>
              <a:xfrm>
                <a:off x="0" y="0"/>
                <a:ext cx="2428028" cy="240584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7492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7492"/>
                    </a:lnTo>
                    <a:lnTo>
                      <a:pt x="0" y="287492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58" name="TextBox 20">
                <a:extLst>
                  <a:ext uri="{FF2B5EF4-FFF2-40B4-BE49-F238E27FC236}">
                    <a16:creationId xmlns:a16="http://schemas.microsoft.com/office/drawing/2014/main" id="{5B38863F-A420-F3AA-B695-69201697DE7B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297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53" name="Group 21">
              <a:extLst>
                <a:ext uri="{FF2B5EF4-FFF2-40B4-BE49-F238E27FC236}">
                  <a16:creationId xmlns:a16="http://schemas.microsoft.com/office/drawing/2014/main" id="{980B3DF9-D55D-EBBF-A150-9267018058EC}"/>
                </a:ext>
              </a:extLst>
            </p:cNvPr>
            <p:cNvGrpSpPr/>
            <p:nvPr/>
          </p:nvGrpSpPr>
          <p:grpSpPr>
            <a:xfrm>
              <a:off x="0" y="0"/>
              <a:ext cx="13664169" cy="2376952"/>
              <a:chOff x="0" y="0"/>
              <a:chExt cx="1479156" cy="257307"/>
            </a:xfrm>
          </p:grpSpPr>
          <p:sp>
            <p:nvSpPr>
              <p:cNvPr id="55" name="Freeform 22">
                <a:extLst>
                  <a:ext uri="{FF2B5EF4-FFF2-40B4-BE49-F238E27FC236}">
                    <a16:creationId xmlns:a16="http://schemas.microsoft.com/office/drawing/2014/main" id="{ABCB62AB-E451-9825-A03A-B4C969BEA7B4}"/>
                  </a:ext>
                </a:extLst>
              </p:cNvPr>
              <p:cNvSpPr/>
              <p:nvPr/>
            </p:nvSpPr>
            <p:spPr>
              <a:xfrm>
                <a:off x="0" y="0"/>
                <a:ext cx="1479156" cy="257307"/>
              </a:xfrm>
              <a:custGeom>
                <a:avLst/>
                <a:gdLst/>
                <a:ahLst/>
                <a:cxnLst/>
                <a:rect l="l" t="t" r="r" b="b"/>
                <a:pathLst>
                  <a:path w="1479156" h="257307">
                    <a:moveTo>
                      <a:pt x="1275956" y="0"/>
                    </a:moveTo>
                    <a:lnTo>
                      <a:pt x="0" y="0"/>
                    </a:lnTo>
                    <a:lnTo>
                      <a:pt x="0" y="257307"/>
                    </a:lnTo>
                    <a:lnTo>
                      <a:pt x="1275956" y="257307"/>
                    </a:lnTo>
                    <a:lnTo>
                      <a:pt x="1479156" y="128653"/>
                    </a:lnTo>
                    <a:lnTo>
                      <a:pt x="1275956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56" name="TextBox 23">
                <a:extLst>
                  <a:ext uri="{FF2B5EF4-FFF2-40B4-BE49-F238E27FC236}">
                    <a16:creationId xmlns:a16="http://schemas.microsoft.com/office/drawing/2014/main" id="{1E6E9039-A7BB-0A3A-7096-AFE9C1F3DEC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364856" cy="2668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sp>
          <p:nvSpPr>
            <p:cNvPr id="54" name="TextBox 24">
              <a:extLst>
                <a:ext uri="{FF2B5EF4-FFF2-40B4-BE49-F238E27FC236}">
                  <a16:creationId xmlns:a16="http://schemas.microsoft.com/office/drawing/2014/main" id="{BD40B323-DF11-84BE-E262-D6CB82EAC35A}"/>
                </a:ext>
              </a:extLst>
            </p:cNvPr>
            <p:cNvSpPr txBox="1"/>
            <p:nvPr/>
          </p:nvSpPr>
          <p:spPr>
            <a:xfrm>
              <a:off x="558457" y="150897"/>
              <a:ext cx="11160849" cy="492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10"/>
                </a:lnSpc>
                <a:spcBef>
                  <a:spcPct val="0"/>
                </a:spcBef>
              </a:pPr>
              <a:r>
                <a:rPr lang="en-US" sz="1079" b="1" i="1">
                  <a:solidFill>
                    <a:srgbClr val="FFFFFF">
                      <a:alpha val="78824"/>
                    </a:srgbClr>
                  </a:solidFill>
                  <a:latin typeface="New Standard Bold Italics"/>
                  <a:ea typeface="New Standard Bold Italics"/>
                  <a:cs typeface="New Standard Bold Italics"/>
                  <a:sym typeface="New Standard Bold Italics"/>
                </a:rPr>
                <a:t>Skew-Symmetric Error Distribution Analysis of Elasticity Dynamics of Firm Financial Statement Components: A Case Study in Indonesian Stock Markets using The Cobb-Douglas Linearized Log Form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0757-FD3F-88AD-2AE7-3B48F20C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F18FB83-51C3-D373-ED49-BC0B189FD813}"/>
                  </a:ext>
                </a:extLst>
              </p:cNvPr>
              <p:cNvSpPr txBox="1"/>
              <p:nvPr/>
            </p:nvSpPr>
            <p:spPr>
              <a:xfrm>
                <a:off x="684314" y="3974845"/>
                <a:ext cx="265040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35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35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D" sz="1350" dirty="0">
                    <a:latin typeface="New Standard" panose="020B0604020202020204" charset="0"/>
                    <a:ea typeface="New Standard" panose="020B0604020202020204" charset="0"/>
                  </a:rPr>
                  <a:t> Revenue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350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ID" sz="1350" dirty="0">
                    <a:latin typeface="New Standard" panose="020B0604020202020204" charset="0"/>
                    <a:ea typeface="New Standard" panose="020B0604020202020204" charset="0"/>
                  </a:rPr>
                  <a:t> : Parameter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D" sz="1350" dirty="0">
                    <a:latin typeface="New Standard" panose="020B0604020202020204" charset="0"/>
                    <a:ea typeface="New Standard" panose="020B0604020202020204" charset="0"/>
                  </a:rPr>
                  <a:t>A : Assets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D" sz="1350" dirty="0">
                    <a:latin typeface="New Standard" panose="020B0604020202020204" charset="0"/>
                    <a:ea typeface="New Standard" panose="020B0604020202020204" charset="0"/>
                  </a:rPr>
                  <a:t>N : Number of employees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35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ID" sz="1350" dirty="0">
                    <a:latin typeface="New Standard" panose="020B0604020202020204" charset="0"/>
                    <a:ea typeface="New Standard" panose="020B0604020202020204" charset="0"/>
                  </a:rPr>
                  <a:t> : Error term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50" b="0" i="1" smtClean="0">
                            <a:latin typeface="Cambria Math" panose="02040503050406030204" pitchFamily="18" charset="0"/>
                            <a:ea typeface="New Standard" panose="020B0604020202020204" charset="0"/>
                          </a:rPr>
                        </m:ctrlPr>
                      </m:sSubPr>
                      <m:e>
                        <m:r>
                          <a:rPr lang="en-US" sz="1350" b="0" i="1" smtClean="0">
                            <a:latin typeface="Cambria Math" panose="02040503050406030204" pitchFamily="18" charset="0"/>
                            <a:ea typeface="New Standard" panose="020B0604020202020204" charset="0"/>
                          </a:rPr>
                          <m:t>𝛽</m:t>
                        </m:r>
                      </m:e>
                      <m:sub>
                        <m:r>
                          <a:rPr lang="en-US" sz="1350" b="0" i="1" smtClean="0">
                            <a:latin typeface="Cambria Math" panose="02040503050406030204" pitchFamily="18" charset="0"/>
                            <a:ea typeface="New Standard" panose="020B060402020202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D" sz="1350" dirty="0">
                    <a:latin typeface="New Standard" panose="020B0604020202020204" charset="0"/>
                    <a:ea typeface="New Standard" panose="020B0604020202020204" charset="0"/>
                  </a:rPr>
                  <a:t>: Elasticities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F18FB83-51C3-D373-ED49-BC0B189FD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14" y="3974845"/>
                <a:ext cx="2650409" cy="1292662"/>
              </a:xfrm>
              <a:prstGeom prst="rect">
                <a:avLst/>
              </a:prstGeom>
              <a:blipFill>
                <a:blip r:embed="rId2"/>
                <a:stretch>
                  <a:fillRect l="-3678" t="-4245" b="-424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3">
            <a:extLst>
              <a:ext uri="{FF2B5EF4-FFF2-40B4-BE49-F238E27FC236}">
                <a16:creationId xmlns:a16="http://schemas.microsoft.com/office/drawing/2014/main" id="{A25D6973-9885-F1CC-0283-B3AE1C48C90D}"/>
              </a:ext>
            </a:extLst>
          </p:cNvPr>
          <p:cNvGrpSpPr/>
          <p:nvPr/>
        </p:nvGrpSpPr>
        <p:grpSpPr>
          <a:xfrm>
            <a:off x="-27713" y="-113867"/>
            <a:ext cx="18315713" cy="1027825"/>
            <a:chOff x="0" y="-86574"/>
            <a:chExt cx="24751626" cy="2813172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F572CA4-BB7E-1DDF-2847-C2E45F3B75FE}"/>
                </a:ext>
              </a:extLst>
            </p:cNvPr>
            <p:cNvGrpSpPr/>
            <p:nvPr/>
          </p:nvGrpSpPr>
          <p:grpSpPr>
            <a:xfrm>
              <a:off x="2683017" y="-86574"/>
              <a:ext cx="22068609" cy="2812021"/>
              <a:chOff x="0" y="-9525"/>
              <a:chExt cx="2428028" cy="30938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4C74849-8017-5C2F-20BC-B78FBE7FFF32}"/>
                  </a:ext>
                </a:extLst>
              </p:cNvPr>
              <p:cNvSpPr/>
              <p:nvPr/>
            </p:nvSpPr>
            <p:spPr>
              <a:xfrm>
                <a:off x="0" y="29796"/>
                <a:ext cx="2428028" cy="270063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99859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99859"/>
                    </a:lnTo>
                    <a:lnTo>
                      <a:pt x="0" y="299859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>
                  <a:latin typeface="New Standard" panose="020B0604020202020204" charset="0"/>
                  <a:ea typeface="New Standard" panose="020B0604020202020204" charset="0"/>
                </a:endParaRPr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0388CC5-22F4-5E7C-37C9-6FBCA72D2506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3093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>
                  <a:latin typeface="New Standard" panose="020B0604020202020204" charset="0"/>
                  <a:ea typeface="New Standard" panose="020B0604020202020204" charset="0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9B2B66A-6EF3-2522-35E6-D6844F171B53}"/>
                </a:ext>
              </a:extLst>
            </p:cNvPr>
            <p:cNvGrpSpPr/>
            <p:nvPr/>
          </p:nvGrpSpPr>
          <p:grpSpPr>
            <a:xfrm>
              <a:off x="0" y="304567"/>
              <a:ext cx="14206908" cy="2422031"/>
              <a:chOff x="0" y="0"/>
              <a:chExt cx="1563070" cy="266476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7A77391C-B3F5-C825-6ED2-76928971D056}"/>
                  </a:ext>
                </a:extLst>
              </p:cNvPr>
              <p:cNvSpPr/>
              <p:nvPr/>
            </p:nvSpPr>
            <p:spPr>
              <a:xfrm>
                <a:off x="0" y="0"/>
                <a:ext cx="1563070" cy="26647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6647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66476"/>
                    </a:lnTo>
                    <a:lnTo>
                      <a:pt x="1359870" y="266476"/>
                    </a:lnTo>
                    <a:lnTo>
                      <a:pt x="1563070" y="13323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>
                  <a:latin typeface="New Standard" panose="020B0604020202020204" charset="0"/>
                  <a:ea typeface="New Standard" panose="020B0604020202020204" charset="0"/>
                </a:endParaRPr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18C9709D-AB11-FE50-9132-1C104F76D93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48770" cy="2760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>
                  <a:latin typeface="New Standard" panose="020B0604020202020204" charset="0"/>
                  <a:ea typeface="New Standard" panose="020B0604020202020204" charset="0"/>
                </a:endParaRPr>
              </a:p>
            </p:txBody>
          </p:sp>
        </p:grp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7D47CEF-FF23-3FAC-842E-5245E4A05CA6}"/>
              </a:ext>
            </a:extLst>
          </p:cNvPr>
          <p:cNvGrpSpPr/>
          <p:nvPr/>
        </p:nvGrpSpPr>
        <p:grpSpPr>
          <a:xfrm>
            <a:off x="-1" y="9601244"/>
            <a:ext cx="18536007" cy="852052"/>
            <a:chOff x="0" y="-87990"/>
            <a:chExt cx="25082301" cy="2743785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31006A1A-F1A2-8DDA-6204-B1E35C5333A5}"/>
                </a:ext>
              </a:extLst>
            </p:cNvPr>
            <p:cNvGrpSpPr/>
            <p:nvPr/>
          </p:nvGrpSpPr>
          <p:grpSpPr>
            <a:xfrm>
              <a:off x="2652622" y="-87990"/>
              <a:ext cx="22429679" cy="2743785"/>
              <a:chOff x="0" y="-9525"/>
              <a:chExt cx="2428028" cy="297017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DBCD6DFF-1F99-777F-F885-3B0AF4DDE725}"/>
                  </a:ext>
                </a:extLst>
              </p:cNvPr>
              <p:cNvSpPr/>
              <p:nvPr/>
            </p:nvSpPr>
            <p:spPr>
              <a:xfrm>
                <a:off x="0" y="0"/>
                <a:ext cx="2428028" cy="229523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7492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7492"/>
                    </a:lnTo>
                    <a:lnTo>
                      <a:pt x="0" y="287492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>
                  <a:latin typeface="New Standard" panose="020B0604020202020204" charset="0"/>
                  <a:ea typeface="New Standard" panose="020B0604020202020204" charset="0"/>
                </a:endParaRPr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E11424FB-0F61-797F-84B3-E57619462D4F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297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>
                  <a:latin typeface="New Standard" panose="020B0604020202020204" charset="0"/>
                  <a:ea typeface="New Standard" panose="020B0604020202020204" charset="0"/>
                </a:endParaRPr>
              </a:p>
            </p:txBody>
          </p:sp>
        </p:grpSp>
        <p:grpSp>
          <p:nvGrpSpPr>
            <p:cNvPr id="21" name="Group 21">
              <a:extLst>
                <a:ext uri="{FF2B5EF4-FFF2-40B4-BE49-F238E27FC236}">
                  <a16:creationId xmlns:a16="http://schemas.microsoft.com/office/drawing/2014/main" id="{95C85589-3898-0079-919D-4DB796AA8063}"/>
                </a:ext>
              </a:extLst>
            </p:cNvPr>
            <p:cNvGrpSpPr/>
            <p:nvPr/>
          </p:nvGrpSpPr>
          <p:grpSpPr>
            <a:xfrm>
              <a:off x="0" y="-87990"/>
              <a:ext cx="13664169" cy="2464942"/>
              <a:chOff x="0" y="-9525"/>
              <a:chExt cx="1479156" cy="266832"/>
            </a:xfrm>
          </p:grpSpPr>
          <p:sp>
            <p:nvSpPr>
              <p:cNvPr id="22" name="Freeform 22">
                <a:extLst>
                  <a:ext uri="{FF2B5EF4-FFF2-40B4-BE49-F238E27FC236}">
                    <a16:creationId xmlns:a16="http://schemas.microsoft.com/office/drawing/2014/main" id="{A7F631E6-79CC-12B7-0554-4FD1381C6BF1}"/>
                  </a:ext>
                </a:extLst>
              </p:cNvPr>
              <p:cNvSpPr/>
              <p:nvPr/>
            </p:nvSpPr>
            <p:spPr>
              <a:xfrm>
                <a:off x="0" y="0"/>
                <a:ext cx="1479156" cy="229523"/>
              </a:xfrm>
              <a:custGeom>
                <a:avLst/>
                <a:gdLst/>
                <a:ahLst/>
                <a:cxnLst/>
                <a:rect l="l" t="t" r="r" b="b"/>
                <a:pathLst>
                  <a:path w="1479156" h="257307">
                    <a:moveTo>
                      <a:pt x="1275956" y="0"/>
                    </a:moveTo>
                    <a:lnTo>
                      <a:pt x="0" y="0"/>
                    </a:lnTo>
                    <a:lnTo>
                      <a:pt x="0" y="257307"/>
                    </a:lnTo>
                    <a:lnTo>
                      <a:pt x="1275956" y="257307"/>
                    </a:lnTo>
                    <a:lnTo>
                      <a:pt x="1479156" y="128653"/>
                    </a:lnTo>
                    <a:lnTo>
                      <a:pt x="1275956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>
                  <a:latin typeface="New Standard" panose="020B0604020202020204" charset="0"/>
                  <a:ea typeface="New Standard" panose="020B0604020202020204" charset="0"/>
                </a:endParaRPr>
              </a:p>
            </p:txBody>
          </p:sp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C35A1E57-9757-19D2-F615-5A8B72EB8B45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364856" cy="2668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>
                  <a:latin typeface="New Standard" panose="020B0604020202020204" charset="0"/>
                  <a:ea typeface="New Standard" panose="020B0604020202020204" charset="0"/>
                </a:endParaRPr>
              </a:p>
            </p:txBody>
          </p:sp>
        </p:grp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A959DDC-1523-53A1-F03A-BDB98FB1C648}"/>
                </a:ext>
              </a:extLst>
            </p:cNvPr>
            <p:cNvSpPr txBox="1"/>
            <p:nvPr/>
          </p:nvSpPr>
          <p:spPr>
            <a:xfrm>
              <a:off x="558457" y="150898"/>
              <a:ext cx="11160848" cy="1200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10"/>
                </a:lnSpc>
                <a:spcBef>
                  <a:spcPct val="0"/>
                </a:spcBef>
              </a:pPr>
              <a:r>
                <a:rPr lang="en-US" sz="1079" b="1" i="1">
                  <a:solidFill>
                    <a:srgbClr val="FFFFFF">
                      <a:alpha val="78824"/>
                    </a:srgbClr>
                  </a:solidFill>
                  <a:latin typeface="New Standard" panose="020B0604020202020204" charset="0"/>
                  <a:ea typeface="New Standard" panose="020B0604020202020204" charset="0"/>
                  <a:cs typeface="New Standard Bold Italics"/>
                  <a:sym typeface="New Standard Bold Italics"/>
                </a:rPr>
                <a:t>Skew-Symmetric Error Distribution Analysis of Elasticity Dynamics of Firm Financial Statement Components: A Case Study in Indonesian Stock Markets using The Cobb-Douglas Linearized Log Form </a:t>
              </a: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46E3336C-4E2D-3200-4680-057D52D30C6A}"/>
              </a:ext>
            </a:extLst>
          </p:cNvPr>
          <p:cNvGrpSpPr/>
          <p:nvPr/>
        </p:nvGrpSpPr>
        <p:grpSpPr>
          <a:xfrm>
            <a:off x="5715000" y="7387029"/>
            <a:ext cx="6353479" cy="2189266"/>
            <a:chOff x="-81423" y="-36915"/>
            <a:chExt cx="1060344" cy="427656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01DCF66-229A-1EE8-2E3C-BB7E2E222458}"/>
                </a:ext>
              </a:extLst>
            </p:cNvPr>
            <p:cNvSpPr/>
            <p:nvPr/>
          </p:nvSpPr>
          <p:spPr>
            <a:xfrm>
              <a:off x="-81423" y="-36915"/>
              <a:ext cx="1028298" cy="427656"/>
            </a:xfrm>
            <a:custGeom>
              <a:avLst/>
              <a:gdLst/>
              <a:ahLst/>
              <a:cxnLst/>
              <a:rect l="l" t="t" r="r" b="b"/>
              <a:pathLst>
                <a:path w="1028298" h="427656">
                  <a:moveTo>
                    <a:pt x="0" y="0"/>
                  </a:moveTo>
                  <a:lnTo>
                    <a:pt x="1028298" y="0"/>
                  </a:lnTo>
                  <a:lnTo>
                    <a:pt x="1028298" y="427656"/>
                  </a:lnTo>
                  <a:lnTo>
                    <a:pt x="0" y="427656"/>
                  </a:lnTo>
                  <a:close/>
                </a:path>
              </a:pathLst>
            </a:custGeom>
            <a:solidFill>
              <a:srgbClr val="F7F8F8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D">
                <a:latin typeface="New Standard" panose="020B0604020202020204" charset="0"/>
                <a:ea typeface="New Standard" panose="020B0604020202020204" charset="0"/>
              </a:endParaRPr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6C44784F-0A3E-848D-DC70-49FBBF9F41A1}"/>
                </a:ext>
              </a:extLst>
            </p:cNvPr>
            <p:cNvSpPr txBox="1"/>
            <p:nvPr/>
          </p:nvSpPr>
          <p:spPr>
            <a:xfrm>
              <a:off x="-49377" y="-29512"/>
              <a:ext cx="1028298" cy="410475"/>
            </a:xfrm>
            <a:prstGeom prst="rect">
              <a:avLst/>
            </a:prstGeom>
          </p:spPr>
          <p:txBody>
            <a:bodyPr lIns="112321" tIns="112321" rIns="112321" bIns="112321" rtlCol="0" anchor="ctr"/>
            <a:lstStyle/>
            <a:p>
              <a:pPr marL="313053" lvl="1" indent="-156526" algn="l">
                <a:spcBef>
                  <a:spcPct val="0"/>
                </a:spcBef>
                <a:buFont typeface="Arial"/>
                <a:buChar char="•"/>
              </a:pPr>
              <a:r>
                <a:rPr lang="en-US" sz="1200" b="1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 Bold"/>
                  <a:sym typeface="New Standard Bold"/>
                </a:rPr>
                <a:t>Type</a:t>
              </a: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: Quantitative secondary data using </a:t>
              </a:r>
              <a:r>
                <a:rPr lang="en-US" sz="1200" dirty="0" err="1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yfinance</a:t>
              </a: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 (</a:t>
              </a:r>
              <a:r>
                <a:rPr lang="en-US" sz="1200" dirty="0" err="1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YahooFinance</a:t>
              </a: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)</a:t>
              </a:r>
            </a:p>
            <a:p>
              <a:pPr marL="313053" lvl="1" indent="-156526" algn="l">
                <a:spcBef>
                  <a:spcPct val="0"/>
                </a:spcBef>
                <a:buFont typeface="Arial"/>
                <a:buChar char="•"/>
              </a:pPr>
              <a:r>
                <a:rPr lang="en-US" sz="1200" b="1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 Bold"/>
                  <a:sym typeface="New Standard Bold"/>
                </a:rPr>
                <a:t>Sample</a:t>
              </a: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: 90 sample of IDX-listed firms (Q3 2023–Q3 2025)</a:t>
              </a:r>
            </a:p>
            <a:p>
              <a:pPr marL="313053" lvl="1" indent="-156526" algn="l">
                <a:spcBef>
                  <a:spcPct val="0"/>
                </a:spcBef>
                <a:buFont typeface="Arial"/>
                <a:buChar char="•"/>
              </a:pPr>
              <a:r>
                <a:rPr lang="en-US" sz="1200" b="1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 Bold"/>
                  <a:sym typeface="New Standard Bold"/>
                </a:rPr>
                <a:t>Regression Models</a:t>
              </a: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:</a:t>
              </a:r>
            </a:p>
            <a:p>
              <a:pPr marL="626106" lvl="2" indent="-208702" algn="l">
                <a:spcBef>
                  <a:spcPct val="0"/>
                </a:spcBef>
                <a:buFont typeface="Arial"/>
                <a:buChar char="⚬"/>
              </a:pP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Classical OLS (log-linear)</a:t>
              </a:r>
            </a:p>
            <a:p>
              <a:pPr marL="626106" lvl="2" indent="-208702" algn="l">
                <a:spcBef>
                  <a:spcPct val="0"/>
                </a:spcBef>
                <a:buFont typeface="Arial"/>
                <a:buChar char="⚬"/>
              </a:pP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Skew-symmetric with BFGS optimization</a:t>
              </a:r>
            </a:p>
            <a:p>
              <a:pPr marL="313053" lvl="1" indent="-156526" algn="l">
                <a:spcBef>
                  <a:spcPct val="0"/>
                </a:spcBef>
                <a:buFont typeface="Arial"/>
                <a:buChar char="•"/>
              </a:pPr>
              <a:r>
                <a:rPr lang="en-US" sz="1200" b="1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 Bold"/>
                  <a:sym typeface="New Standard Bold"/>
                </a:rPr>
                <a:t>Tests</a:t>
              </a: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:</a:t>
              </a:r>
            </a:p>
            <a:p>
              <a:pPr marL="626106" lvl="2" indent="-208702" algn="l">
                <a:spcBef>
                  <a:spcPct val="0"/>
                </a:spcBef>
                <a:buFont typeface="Arial"/>
                <a:buChar char="⚬"/>
              </a:pP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Shapiro-Wilk (normality)</a:t>
              </a:r>
            </a:p>
            <a:p>
              <a:pPr marL="626106" lvl="2" indent="-208702" algn="l">
                <a:spcBef>
                  <a:spcPct val="0"/>
                </a:spcBef>
                <a:buFont typeface="Arial"/>
                <a:buChar char="⚬"/>
              </a:pP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Breusch-Pagan (heteroscedasticity)</a:t>
              </a:r>
            </a:p>
            <a:p>
              <a:pPr marL="626106" lvl="2" indent="-208702" algn="l">
                <a:spcBef>
                  <a:spcPct val="0"/>
                </a:spcBef>
                <a:buFont typeface="Arial"/>
                <a:buChar char="⚬"/>
              </a:pP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Durbin-Watson (autocorrelation)</a:t>
              </a:r>
            </a:p>
            <a:p>
              <a:pPr marL="626106" lvl="2" indent="-208702" algn="l">
                <a:spcBef>
                  <a:spcPct val="0"/>
                </a:spcBef>
                <a:buFont typeface="Arial"/>
                <a:buChar char="⚬"/>
              </a:pPr>
              <a:r>
                <a:rPr lang="en-US" sz="1200" dirty="0">
                  <a:solidFill>
                    <a:srgbClr val="000000"/>
                  </a:solidFill>
                  <a:latin typeface="New Standard" panose="020B0604020202020204" charset="0"/>
                  <a:ea typeface="New Standard" panose="020B0604020202020204" charset="0"/>
                  <a:cs typeface="New Standard"/>
                  <a:sym typeface="New Standard"/>
                </a:rPr>
                <a:t>AIC/BIC (model quality)</a:t>
              </a:r>
            </a:p>
          </p:txBody>
        </p:sp>
      </p:grpSp>
      <p:sp>
        <p:nvSpPr>
          <p:cNvPr id="39" name="TextBox 39">
            <a:extLst>
              <a:ext uri="{FF2B5EF4-FFF2-40B4-BE49-F238E27FC236}">
                <a16:creationId xmlns:a16="http://schemas.microsoft.com/office/drawing/2014/main" id="{3B7919B3-8361-91FC-54EC-FF137DF88189}"/>
              </a:ext>
            </a:extLst>
          </p:cNvPr>
          <p:cNvSpPr txBox="1"/>
          <p:nvPr/>
        </p:nvSpPr>
        <p:spPr>
          <a:xfrm>
            <a:off x="143123" y="386471"/>
            <a:ext cx="9316977" cy="2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3678" b="1">
                <a:solidFill>
                  <a:srgbClr val="FFFFFF"/>
                </a:solidFill>
                <a:latin typeface="New Standard" panose="020B0604020202020204" charset="0"/>
                <a:ea typeface="New Standard" panose="020B0604020202020204" charset="0"/>
                <a:cs typeface="New Standard Bold"/>
                <a:sym typeface="New Standard Bold"/>
              </a:rPr>
              <a:t>3. Methodology and Statistical formulation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19010FD-3999-7D2E-605B-9609D6206753}"/>
              </a:ext>
            </a:extLst>
          </p:cNvPr>
          <p:cNvSpPr txBox="1"/>
          <p:nvPr/>
        </p:nvSpPr>
        <p:spPr>
          <a:xfrm>
            <a:off x="420713" y="3002514"/>
            <a:ext cx="297481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793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New Standard" panose="020B0604020202020204" charset="0"/>
                <a:ea typeface="New Standard" panose="020B0604020202020204" charset="0"/>
                <a:cs typeface="New Standard"/>
                <a:sym typeface="New Standard"/>
              </a:rPr>
              <a:t>Fundamental formula is built upon the model proposed by Charles Cobb and Paul Douglas, in which Output is the result.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43415612-3C18-5F28-D2D6-21E8783B1B09}"/>
              </a:ext>
            </a:extLst>
          </p:cNvPr>
          <p:cNvSpPr txBox="1"/>
          <p:nvPr/>
        </p:nvSpPr>
        <p:spPr>
          <a:xfrm>
            <a:off x="3787256" y="3009811"/>
            <a:ext cx="4442942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53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New Standard" panose="020B0604020202020204" charset="0"/>
                <a:ea typeface="New Standard" panose="020B0604020202020204" charset="0"/>
                <a:cs typeface="New Standard"/>
                <a:sym typeface="New Standard"/>
              </a:rPr>
              <a:t>The formula regressed is a log form Cobb -Douglas, by which it is the base model taken its logs. The residuals follow a Classical Regression process of Log-Normal Distributions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4D5586BD-2664-7CBA-810A-720A4AE4CB10}"/>
              </a:ext>
            </a:extLst>
          </p:cNvPr>
          <p:cNvSpPr txBox="1"/>
          <p:nvPr/>
        </p:nvSpPr>
        <p:spPr>
          <a:xfrm>
            <a:off x="9049897" y="2974332"/>
            <a:ext cx="4219251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89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New Standard" panose="020B0604020202020204" charset="0"/>
                <a:ea typeface="New Standard" panose="020B0604020202020204" charset="0"/>
                <a:cs typeface="New Standard"/>
                <a:sym typeface="New Standard"/>
              </a:rPr>
              <a:t>We optimize the parameters of the Classical Regression so that the residual instead of following a Log-Normal Distribution, follows a Skew-Symmetric Distribution. Optimization is via BFGS Algorithm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BD4E0C80-C61E-83C9-1482-CBC64CED4191}"/>
              </a:ext>
            </a:extLst>
          </p:cNvPr>
          <p:cNvSpPr txBox="1"/>
          <p:nvPr/>
        </p:nvSpPr>
        <p:spPr>
          <a:xfrm>
            <a:off x="13876410" y="2983857"/>
            <a:ext cx="3625536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89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New Standard" panose="020B0604020202020204" charset="0"/>
                <a:ea typeface="New Standard" panose="020B0604020202020204" charset="0"/>
                <a:cs typeface="New Standard"/>
                <a:sym typeface="New Standard"/>
              </a:rPr>
              <a:t>We regressed a new model with new parameters α (alpha) where the coefficients are adjusted to the residuals of the Skew-Symmetric distribution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E5B111-3E3D-C89B-F28C-6C576FAFC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347" y="89595"/>
            <a:ext cx="2054530" cy="70719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26857D6-7DF9-835C-D2D4-5907DD56D55A}"/>
              </a:ext>
            </a:extLst>
          </p:cNvPr>
          <p:cNvSpPr/>
          <p:nvPr/>
        </p:nvSpPr>
        <p:spPr>
          <a:xfrm>
            <a:off x="506206" y="2126961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" panose="020B0604020202020204" charset="0"/>
              </a:rPr>
              <a:t>1.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New Standard" panose="020B0604020202020204" charset="0"/>
              <a:ea typeface="New Standard" panose="020B0604020202020204" charset="0"/>
              <a:cs typeface="New Standard" panose="020B060402020202020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B6AA45-4836-DC00-01E8-CC2A9E70D854}"/>
              </a:ext>
            </a:extLst>
          </p:cNvPr>
          <p:cNvSpPr/>
          <p:nvPr/>
        </p:nvSpPr>
        <p:spPr>
          <a:xfrm>
            <a:off x="3787256" y="2124787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" panose="020B0604020202020204" charset="0"/>
              </a:rPr>
              <a:t>2.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New Standard" panose="020B0604020202020204" charset="0"/>
              <a:ea typeface="New Standard" panose="020B0604020202020204" charset="0"/>
              <a:cs typeface="New Standard" panose="020B060402020202020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318C83-3A27-F687-D9E0-47B2ABFB32AA}"/>
              </a:ext>
            </a:extLst>
          </p:cNvPr>
          <p:cNvSpPr/>
          <p:nvPr/>
        </p:nvSpPr>
        <p:spPr>
          <a:xfrm>
            <a:off x="9068947" y="1967412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" panose="020B0604020202020204" charset="0"/>
              </a:rPr>
              <a:t>3.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New Standard" panose="020B0604020202020204" charset="0"/>
              <a:ea typeface="New Standard" panose="020B0604020202020204" charset="0"/>
              <a:cs typeface="New Standard" panose="020B060402020202020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81BC33-CC2F-8074-BDCB-2215B81FDA27}"/>
              </a:ext>
            </a:extLst>
          </p:cNvPr>
          <p:cNvSpPr/>
          <p:nvPr/>
        </p:nvSpPr>
        <p:spPr>
          <a:xfrm>
            <a:off x="13269148" y="1876547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" panose="020B0604020202020204" charset="0"/>
              </a:rPr>
              <a:t>4.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New Standard" panose="020B0604020202020204" charset="0"/>
              <a:ea typeface="New Standard" panose="020B0604020202020204" charset="0"/>
              <a:cs typeface="New Standard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CDAB85-43CA-7624-2177-591CAB89C6E4}"/>
              </a:ext>
            </a:extLst>
          </p:cNvPr>
          <p:cNvSpPr txBox="1"/>
          <p:nvPr/>
        </p:nvSpPr>
        <p:spPr>
          <a:xfrm>
            <a:off x="5037920" y="1535699"/>
            <a:ext cx="3545245" cy="325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 Bold"/>
                <a:sym typeface="New Standard Bold"/>
              </a:rPr>
              <a:t>The Classical Regression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3DAE37E-27EE-9813-8DCE-724D71AF191E}"/>
              </a:ext>
            </a:extLst>
          </p:cNvPr>
          <p:cNvGrpSpPr/>
          <p:nvPr/>
        </p:nvGrpSpPr>
        <p:grpSpPr>
          <a:xfrm>
            <a:off x="1045479" y="1894880"/>
            <a:ext cx="2454314" cy="941338"/>
            <a:chOff x="1045479" y="1894880"/>
            <a:chExt cx="2454314" cy="941338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E5BA65-EBFE-4FD0-C0F2-56E32C05E21F}"/>
                </a:ext>
              </a:extLst>
            </p:cNvPr>
            <p:cNvSpPr/>
            <p:nvPr/>
          </p:nvSpPr>
          <p:spPr>
            <a:xfrm>
              <a:off x="1143000" y="1894880"/>
              <a:ext cx="2356793" cy="9413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94D9983-28A0-80CF-0A7E-0271178EE357}"/>
                    </a:ext>
                  </a:extLst>
                </p:cNvPr>
                <p:cNvSpPr txBox="1"/>
                <p:nvPr/>
              </p:nvSpPr>
              <p:spPr>
                <a:xfrm>
                  <a:off x="1045479" y="2193115"/>
                  <a:ext cx="2454314" cy="322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ID" sz="2000" dirty="0">
                    <a:latin typeface="New Standard" panose="020B0604020202020204" charset="0"/>
                    <a:ea typeface="New Standard" panose="020B060402020202020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94D9983-28A0-80CF-0A7E-0271178EE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479" y="2193115"/>
                  <a:ext cx="2454314" cy="322268"/>
                </a:xfrm>
                <a:prstGeom prst="rect">
                  <a:avLst/>
                </a:prstGeom>
                <a:blipFill>
                  <a:blip r:embed="rId4"/>
                  <a:stretch>
                    <a:fillRect t="-1887" b="-5660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3A8271B3-0DCD-EB72-4913-81FA3E68DF5B}"/>
              </a:ext>
            </a:extLst>
          </p:cNvPr>
          <p:cNvSpPr txBox="1"/>
          <p:nvPr/>
        </p:nvSpPr>
        <p:spPr>
          <a:xfrm>
            <a:off x="792956" y="1502174"/>
            <a:ext cx="3245644" cy="325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 Bold"/>
                <a:sym typeface="New Standard Bold"/>
              </a:rPr>
              <a:t>The Fundamental Formula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C6B4AFF-158A-D419-264B-9307A7983C4F}"/>
              </a:ext>
            </a:extLst>
          </p:cNvPr>
          <p:cNvSpPr txBox="1"/>
          <p:nvPr/>
        </p:nvSpPr>
        <p:spPr>
          <a:xfrm>
            <a:off x="9621817" y="1496942"/>
            <a:ext cx="3545245" cy="325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 Bold"/>
                <a:sym typeface="New Standard Bold"/>
              </a:rPr>
              <a:t>The Skew-Symmetric model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756FA8-7917-4913-6995-E4003B4C1565}"/>
              </a:ext>
            </a:extLst>
          </p:cNvPr>
          <p:cNvSpPr txBox="1"/>
          <p:nvPr/>
        </p:nvSpPr>
        <p:spPr>
          <a:xfrm>
            <a:off x="13876410" y="1502102"/>
            <a:ext cx="3752275" cy="325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 Bold"/>
                <a:sym typeface="New Standard Bold"/>
              </a:rPr>
              <a:t>The Skew-Symmetric regression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E3D6B87-F4AC-E576-E90A-5C58DDDFED7C}"/>
              </a:ext>
            </a:extLst>
          </p:cNvPr>
          <p:cNvGrpSpPr/>
          <p:nvPr/>
        </p:nvGrpSpPr>
        <p:grpSpPr>
          <a:xfrm>
            <a:off x="1786950" y="6046500"/>
            <a:ext cx="5604450" cy="741544"/>
            <a:chOff x="570990" y="4227788"/>
            <a:chExt cx="6933824" cy="7415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50B4CAA9-0553-D2DC-1BBE-EC0873482B3C}"/>
                    </a:ext>
                  </a:extLst>
                </p:cNvPr>
                <p:cNvSpPr txBox="1"/>
                <p:nvPr/>
              </p:nvSpPr>
              <p:spPr>
                <a:xfrm>
                  <a:off x="570990" y="4227788"/>
                  <a:ext cx="6933824" cy="34958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600" b="0" dirty="0">
                      <a:latin typeface="New Standard" panose="020B0604020202020204" charset="0"/>
                      <a:ea typeface="New Standard" panose="020B0604020202020204" charset="0"/>
                    </a:rPr>
                    <a:t>Marginal Product of Capital	: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&gt;0 ;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𝐴𝐴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endParaRPr lang="en-ID" sz="1600" dirty="0">
                    <a:latin typeface="New Standard" panose="020B0604020202020204" charset="0"/>
                    <a:ea typeface="New Standard" panose="020B0604020202020204" charset="0"/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50B4CAA9-0553-D2DC-1BBE-EC0873482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990" y="4227788"/>
                  <a:ext cx="6933824" cy="349583"/>
                </a:xfrm>
                <a:prstGeom prst="rect">
                  <a:avLst/>
                </a:prstGeom>
                <a:blipFill>
                  <a:blip r:embed="rId5"/>
                  <a:stretch>
                    <a:fillRect l="-2174" t="-3509" b="-21053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644D026-3912-E386-9D3C-0E662127B43E}"/>
                    </a:ext>
                  </a:extLst>
                </p:cNvPr>
                <p:cNvSpPr txBox="1"/>
                <p:nvPr/>
              </p:nvSpPr>
              <p:spPr>
                <a:xfrm>
                  <a:off x="570990" y="4621032"/>
                  <a:ext cx="6933824" cy="3483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600" b="0" dirty="0">
                      <a:latin typeface="New Standard" panose="020B0604020202020204" charset="0"/>
                      <a:ea typeface="New Standard" panose="020B0604020202020204" charset="0"/>
                    </a:rPr>
                    <a:t>Marginal Product of Labor	: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&gt;0 ;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𝑁𝑁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endParaRPr lang="en-ID" sz="1600" dirty="0">
                    <a:latin typeface="New Standard" panose="020B0604020202020204" charset="0"/>
                    <a:ea typeface="New Standard" panose="020B0604020202020204" charset="0"/>
                  </a:endParaRPr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644D026-3912-E386-9D3C-0E662127B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990" y="4621032"/>
                  <a:ext cx="6933824" cy="348300"/>
                </a:xfrm>
                <a:prstGeom prst="rect">
                  <a:avLst/>
                </a:prstGeom>
                <a:blipFill>
                  <a:blip r:embed="rId6"/>
                  <a:stretch>
                    <a:fillRect l="-2174" t="-1724" b="-20690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96366BD-EB8B-89A2-EF56-6123D8770CBA}"/>
                  </a:ext>
                </a:extLst>
              </p:cNvPr>
              <p:cNvSpPr txBox="1"/>
              <p:nvPr/>
            </p:nvSpPr>
            <p:spPr>
              <a:xfrm>
                <a:off x="4851945" y="3994546"/>
                <a:ext cx="2842883" cy="646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endParaRPr lang="en-ID" sz="1400" dirty="0">
                  <a:latin typeface="New Standard" panose="020B0604020202020204" charset="0"/>
                  <a:ea typeface="New Standard" panose="020B060402020202020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func>
                  </m:oMath>
                </a14:m>
                <a:endParaRPr lang="en-ID" sz="1400" dirty="0">
                  <a:latin typeface="New Standard" panose="020B0604020202020204" charset="0"/>
                  <a:ea typeface="New Standard" panose="020B060402020202020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ID" sz="1400" dirty="0">
                    <a:latin typeface="New Standard" panose="020B0604020202020204" charset="0"/>
                    <a:ea typeface="New Standard" panose="020B0604020202020204" charset="0"/>
                  </a:rPr>
                  <a:t> : Log-Normal distribution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96366BD-EB8B-89A2-EF56-6123D8770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945" y="3994546"/>
                <a:ext cx="2842883" cy="646331"/>
              </a:xfrm>
              <a:prstGeom prst="rect">
                <a:avLst/>
              </a:prstGeom>
              <a:blipFill>
                <a:blip r:embed="rId7"/>
                <a:stretch>
                  <a:fillRect l="-3648" t="-6604" b="-160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2563E77-B30A-1729-A998-7A60CFCD158A}"/>
                  </a:ext>
                </a:extLst>
              </p:cNvPr>
              <p:cNvSpPr txBox="1"/>
              <p:nvPr/>
            </p:nvSpPr>
            <p:spPr>
              <a:xfrm>
                <a:off x="9986513" y="4116169"/>
                <a:ext cx="2842883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1400" b="0" i="1" dirty="0">
                    <a:latin typeface="New Standard" panose="020B0604020202020204" charset="0"/>
                    <a:ea typeface="New Standard" panose="020B0604020202020204" charset="0"/>
                  </a:rPr>
                  <a:t> </a:t>
                </a:r>
                <a:r>
                  <a:rPr lang="en-US" sz="1400" b="0" dirty="0">
                    <a:latin typeface="New Standard" panose="020B0604020202020204" charset="0"/>
                    <a:ea typeface="New Standard" panose="020B0604020202020204" charset="0"/>
                  </a:rPr>
                  <a:t>Scaling parameter 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400" b="0" dirty="0">
                    <a:latin typeface="New Standard" panose="020B0604020202020204" charset="0"/>
                    <a:ea typeface="New Standard" panose="020B0604020202020204" charset="0"/>
                  </a:rPr>
                  <a:t>&gt;0)</a:t>
                </a:r>
                <a:endParaRPr lang="en-US" sz="1400" b="0" i="1" dirty="0">
                  <a:latin typeface="New Standard" panose="020B0604020202020204" charset="0"/>
                  <a:ea typeface="New Standard" panose="020B060402020202020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 :</m:t>
                    </m:r>
                  </m:oMath>
                </a14:m>
                <a:r>
                  <a:rPr lang="en-ID" sz="1400" dirty="0">
                    <a:latin typeface="New Standard" panose="020B0604020202020204" charset="0"/>
                    <a:ea typeface="New Standard" panose="020B0604020202020204" charset="0"/>
                  </a:rPr>
                  <a:t> Location parameter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D" sz="1400" dirty="0">
                    <a:latin typeface="New Standard" panose="020B0604020202020204" charset="0"/>
                    <a:ea typeface="New Standard" panose="020B0604020202020204" charset="0"/>
                  </a:rPr>
                  <a:t>  : Skewness parameter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New Standard" panose="020B0604020202020204" charset="0"/>
                      </a:rPr>
                      <m:t>𝜙</m:t>
                    </m:r>
                    <m:r>
                      <a:rPr lang="en-US" sz="1400" b="0" i="0" smtClean="0">
                        <a:latin typeface="Cambria Math" panose="02040503050406030204" pitchFamily="18" charset="0"/>
                        <a:ea typeface="New Standard" panose="020B060402020202020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  <a:ea typeface="New Standard" panose="020B0604020202020204" charset="0"/>
                      </a:rPr>
                      <m:t>Φ</m:t>
                    </m:r>
                  </m:oMath>
                </a14:m>
                <a:r>
                  <a:rPr lang="en-ID" sz="1400" dirty="0">
                    <a:latin typeface="New Standard" panose="020B0604020202020204" charset="0"/>
                    <a:ea typeface="New Standard" panose="020B0604020202020204" charset="0"/>
                  </a:rPr>
                  <a:t> : PDF and CDF resp.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2563E77-B30A-1729-A998-7A60CFCD1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6513" y="4116169"/>
                <a:ext cx="2842883" cy="861774"/>
              </a:xfrm>
              <a:prstGeom prst="rect">
                <a:avLst/>
              </a:prstGeom>
              <a:blipFill>
                <a:blip r:embed="rId8"/>
                <a:stretch>
                  <a:fillRect l="-3426" t="-6338" b="-1126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47B9A70-5D2E-13A8-C32C-1D0014BE9CDB}"/>
                  </a:ext>
                </a:extLst>
              </p:cNvPr>
              <p:cNvSpPr txBox="1"/>
              <p:nvPr/>
            </p:nvSpPr>
            <p:spPr>
              <a:xfrm>
                <a:off x="14248335" y="4051789"/>
                <a:ext cx="3079527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b="0" i="0" smtClean="0">
                        <a:latin typeface="Cambria Math" panose="02040503050406030204" pitchFamily="18" charset="0"/>
                      </a:rPr>
                      <m:t>Coef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sz="1500" dirty="0">
                    <a:latin typeface="New Standard" panose="020B0604020202020204" charset="0"/>
                    <a:ea typeface="New Standard" panose="020B0604020202020204" charset="0"/>
                  </a:rPr>
                  <a:t>; not to be confused with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D" sz="1500" dirty="0">
                    <a:latin typeface="New Standard" panose="020B0604020202020204" charset="0"/>
                    <a:ea typeface="New Standard" panose="020B0604020202020204" charset="0"/>
                  </a:rPr>
                  <a:t> as a skewness parameter  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47B9A70-5D2E-13A8-C32C-1D0014BE9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8335" y="4051789"/>
                <a:ext cx="3079527" cy="461665"/>
              </a:xfrm>
              <a:prstGeom prst="rect">
                <a:avLst/>
              </a:prstGeom>
              <a:blipFill>
                <a:blip r:embed="rId9"/>
                <a:stretch>
                  <a:fillRect l="-3762" t="-13333" b="-253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3AF352AA-DE48-24F4-E74F-41481BF8901F}"/>
              </a:ext>
            </a:extLst>
          </p:cNvPr>
          <p:cNvSpPr txBox="1"/>
          <p:nvPr/>
        </p:nvSpPr>
        <p:spPr>
          <a:xfrm>
            <a:off x="2590800" y="5613706"/>
            <a:ext cx="3545245" cy="325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 Bold"/>
                <a:sym typeface="New Standard Bold"/>
              </a:rPr>
              <a:t>Diminishing Marginal Property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EB54F61-ACD1-B8E8-4D75-E3A7A9FB481B}"/>
              </a:ext>
            </a:extLst>
          </p:cNvPr>
          <p:cNvSpPr/>
          <p:nvPr/>
        </p:nvSpPr>
        <p:spPr>
          <a:xfrm>
            <a:off x="1090976" y="6134487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" panose="020B0604020202020204" charset="0"/>
              </a:rPr>
              <a:t>1.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New Standard" panose="020B0604020202020204" charset="0"/>
              <a:ea typeface="New Standard" panose="020B0604020202020204" charset="0"/>
              <a:cs typeface="New Standard" panose="020B060402020202020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B5615C7-238B-77BB-D961-225E9B037D49}"/>
              </a:ext>
            </a:extLst>
          </p:cNvPr>
          <p:cNvSpPr txBox="1"/>
          <p:nvPr/>
        </p:nvSpPr>
        <p:spPr>
          <a:xfrm>
            <a:off x="9677400" y="5503698"/>
            <a:ext cx="1922352" cy="325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 Bold"/>
                <a:sym typeface="New Standard Bold"/>
              </a:rPr>
              <a:t>Returns to scale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0F8150F-1249-1D94-0750-5C1C906CAC9B}"/>
              </a:ext>
            </a:extLst>
          </p:cNvPr>
          <p:cNvSpPr/>
          <p:nvPr/>
        </p:nvSpPr>
        <p:spPr>
          <a:xfrm>
            <a:off x="8056584" y="6030737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" panose="020B0604020202020204" charset="0"/>
              </a:rPr>
              <a:t>2.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New Standard" panose="020B0604020202020204" charset="0"/>
              <a:ea typeface="New Standard" panose="020B0604020202020204" charset="0"/>
              <a:cs typeface="New Standard" panose="020B060402020202020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969164E-99EF-498C-489D-77ECC6D43423}"/>
              </a:ext>
            </a:extLst>
          </p:cNvPr>
          <p:cNvSpPr txBox="1"/>
          <p:nvPr/>
        </p:nvSpPr>
        <p:spPr>
          <a:xfrm>
            <a:off x="12683381" y="5432662"/>
            <a:ext cx="5485030" cy="325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 Bold"/>
                <a:sym typeface="New Standard Bold"/>
              </a:rPr>
              <a:t>Marginal Rate of Technical Substitution (MRTS)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8BDF9A4-2A2D-04F8-7393-A0EBA8CEFCE8}"/>
              </a:ext>
            </a:extLst>
          </p:cNvPr>
          <p:cNvSpPr/>
          <p:nvPr/>
        </p:nvSpPr>
        <p:spPr>
          <a:xfrm>
            <a:off x="13161984" y="5987494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New Standard" panose="020B0604020202020204" charset="0"/>
                <a:ea typeface="New Standard" panose="020B0604020202020204" charset="0"/>
                <a:cs typeface="New Standard" panose="020B0604020202020204" charset="0"/>
              </a:rPr>
              <a:t>3.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New Standard" panose="020B0604020202020204" charset="0"/>
              <a:ea typeface="New Standard" panose="020B0604020202020204" charset="0"/>
              <a:cs typeface="New Standard" panose="020B0604020202020204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0049E1F-9C98-0832-9F85-912E0349012D}"/>
              </a:ext>
            </a:extLst>
          </p:cNvPr>
          <p:cNvGrpSpPr/>
          <p:nvPr/>
        </p:nvGrpSpPr>
        <p:grpSpPr>
          <a:xfrm>
            <a:off x="4034611" y="1894880"/>
            <a:ext cx="5037902" cy="941338"/>
            <a:chOff x="4034611" y="1894880"/>
            <a:chExt cx="5037902" cy="94133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A60535-A4D0-C21C-E15F-862AE3969792}"/>
                </a:ext>
              </a:extLst>
            </p:cNvPr>
            <p:cNvGrpSpPr/>
            <p:nvPr/>
          </p:nvGrpSpPr>
          <p:grpSpPr>
            <a:xfrm>
              <a:off x="4034611" y="2023337"/>
              <a:ext cx="5037902" cy="759928"/>
              <a:chOff x="4026601" y="1681713"/>
              <a:chExt cx="5037902" cy="7599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79A1438-1C3B-8410-2000-A1030F3DCF47}"/>
                      </a:ext>
                    </a:extLst>
                  </p:cNvPr>
                  <p:cNvSpPr txBox="1"/>
                  <p:nvPr/>
                </p:nvSpPr>
                <p:spPr>
                  <a:xfrm>
                    <a:off x="4026601" y="1681713"/>
                    <a:ext cx="5037902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fun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en-ID" sz="2000" dirty="0">
                      <a:latin typeface="New Standard" panose="020B0604020202020204" charset="0"/>
                      <a:ea typeface="New Standard" panose="020B0604020202020204" charset="0"/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79A1438-1C3B-8410-2000-A1030F3DCF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6601" y="1681713"/>
                    <a:ext cx="5037902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34000"/>
                    </a:stretch>
                  </a:blipFill>
                </p:spPr>
                <p:txBody>
                  <a:bodyPr/>
                  <a:lstStyle/>
                  <a:p>
                    <a:r>
                      <a:rPr lang="en-ID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6215E769-60B5-CA51-6AD7-19D6C0AF7577}"/>
                      </a:ext>
                    </a:extLst>
                  </p:cNvPr>
                  <p:cNvSpPr txBox="1"/>
                  <p:nvPr/>
                </p:nvSpPr>
                <p:spPr>
                  <a:xfrm>
                    <a:off x="5764754" y="2072309"/>
                    <a:ext cx="139804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~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ℒ𝒩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(0,1)</m:t>
                          </m:r>
                        </m:oMath>
                      </m:oMathPara>
                    </a14:m>
                    <a:endParaRPr lang="en-ID" dirty="0">
                      <a:latin typeface="New Standard" panose="020B0604020202020204" charset="0"/>
                      <a:ea typeface="New Standard" panose="020B0604020202020204" charset="0"/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6215E769-60B5-CA51-6AD7-19D6C0AF75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4754" y="2072309"/>
                    <a:ext cx="1398045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493"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ID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617AD26-8F29-777E-6D16-410A01FF5559}"/>
                </a:ext>
              </a:extLst>
            </p:cNvPr>
            <p:cNvSpPr/>
            <p:nvPr/>
          </p:nvSpPr>
          <p:spPr>
            <a:xfrm>
              <a:off x="4407081" y="1894880"/>
              <a:ext cx="4285726" cy="9413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A2BF23E-6DBD-216B-102A-A71FD995084D}"/>
              </a:ext>
            </a:extLst>
          </p:cNvPr>
          <p:cNvGrpSpPr/>
          <p:nvPr/>
        </p:nvGrpSpPr>
        <p:grpSpPr>
          <a:xfrm>
            <a:off x="9576272" y="1822544"/>
            <a:ext cx="3516048" cy="985492"/>
            <a:chOff x="9576272" y="1822544"/>
            <a:chExt cx="3516048" cy="9854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9A269C73-497B-DF7C-7364-B99B6A6F5251}"/>
                    </a:ext>
                  </a:extLst>
                </p:cNvPr>
                <p:cNvSpPr txBox="1"/>
                <p:nvPr/>
              </p:nvSpPr>
              <p:spPr>
                <a:xfrm>
                  <a:off x="9755447" y="1961516"/>
                  <a:ext cx="3192669" cy="6223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ID" dirty="0">
                    <a:latin typeface="New Standard" panose="020B0604020202020204" charset="0"/>
                    <a:ea typeface="New Standard" panose="020B0604020202020204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9A269C73-497B-DF7C-7364-B99B6A6F5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5447" y="1961516"/>
                  <a:ext cx="3192669" cy="62235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91F15F9-FC71-FC32-7D4B-60943C24E27F}"/>
                </a:ext>
              </a:extLst>
            </p:cNvPr>
            <p:cNvSpPr/>
            <p:nvPr/>
          </p:nvSpPr>
          <p:spPr>
            <a:xfrm>
              <a:off x="9576272" y="1822544"/>
              <a:ext cx="3516048" cy="9854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DFE8F6B-7671-960A-6157-DD3709FCC95B}"/>
              </a:ext>
            </a:extLst>
          </p:cNvPr>
          <p:cNvGrpSpPr/>
          <p:nvPr/>
        </p:nvGrpSpPr>
        <p:grpSpPr>
          <a:xfrm>
            <a:off x="13373923" y="1793277"/>
            <a:ext cx="5037902" cy="985492"/>
            <a:chOff x="13373923" y="1793277"/>
            <a:chExt cx="5037902" cy="98549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562C219-D971-9BB0-809E-4A57A5E97109}"/>
                </a:ext>
              </a:extLst>
            </p:cNvPr>
            <p:cNvGrpSpPr/>
            <p:nvPr/>
          </p:nvGrpSpPr>
          <p:grpSpPr>
            <a:xfrm>
              <a:off x="13373923" y="1948362"/>
              <a:ext cx="5037902" cy="723534"/>
              <a:chOff x="12343657" y="1623724"/>
              <a:chExt cx="5037902" cy="72353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E7280B47-F8E6-A8ED-8E01-01CB68AA6C94}"/>
                      </a:ext>
                    </a:extLst>
                  </p:cNvPr>
                  <p:cNvSpPr txBox="1"/>
                  <p:nvPr/>
                </p:nvSpPr>
                <p:spPr>
                  <a:xfrm>
                    <a:off x="12343657" y="1623724"/>
                    <a:ext cx="5037902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fun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oMath>
                      </m:oMathPara>
                    </a14:m>
                    <a:endParaRPr lang="en-ID" sz="2000" dirty="0">
                      <a:latin typeface="New Standard" panose="020B0604020202020204" charset="0"/>
                      <a:ea typeface="New Standard" panose="020B0604020202020204" charset="0"/>
                    </a:endParaRPr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E7280B47-F8E6-A8ED-8E01-01CB68AA6C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343657" y="1623724"/>
                    <a:ext cx="5037902" cy="30777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34000"/>
                    </a:stretch>
                  </a:blipFill>
                </p:spPr>
                <p:txBody>
                  <a:bodyPr/>
                  <a:lstStyle/>
                  <a:p>
                    <a:r>
                      <a:rPr lang="en-ID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E51220AD-12E6-19D4-81E6-C12A2445284C}"/>
                      </a:ext>
                    </a:extLst>
                  </p:cNvPr>
                  <p:cNvSpPr txBox="1"/>
                  <p:nvPr/>
                </p:nvSpPr>
                <p:spPr>
                  <a:xfrm>
                    <a:off x="13954103" y="1977926"/>
                    <a:ext cx="139804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~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ID" dirty="0">
                      <a:latin typeface="New Standard" panose="020B0604020202020204" charset="0"/>
                      <a:ea typeface="New Standard" panose="020B0604020202020204" charset="0"/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E51220AD-12E6-19D4-81E6-C12A244528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54103" y="1977926"/>
                    <a:ext cx="1398045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21397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ID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AAAA14B-F0F4-8B12-992B-E89EE03A37B9}"/>
                </a:ext>
              </a:extLst>
            </p:cNvPr>
            <p:cNvSpPr/>
            <p:nvPr/>
          </p:nvSpPr>
          <p:spPr>
            <a:xfrm>
              <a:off x="13816954" y="1793277"/>
              <a:ext cx="4090046" cy="9854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103079F-B31C-4C39-F30D-4640E605A869}"/>
              </a:ext>
            </a:extLst>
          </p:cNvPr>
          <p:cNvGrpSpPr/>
          <p:nvPr/>
        </p:nvGrpSpPr>
        <p:grpSpPr>
          <a:xfrm>
            <a:off x="570990" y="980185"/>
            <a:ext cx="17336010" cy="404768"/>
            <a:chOff x="570990" y="980185"/>
            <a:chExt cx="17336010" cy="404768"/>
          </a:xfrm>
        </p:grpSpPr>
        <p:grpSp>
          <p:nvGrpSpPr>
            <p:cNvPr id="107" name="Group 36">
              <a:extLst>
                <a:ext uri="{FF2B5EF4-FFF2-40B4-BE49-F238E27FC236}">
                  <a16:creationId xmlns:a16="http://schemas.microsoft.com/office/drawing/2014/main" id="{44A3E265-0328-91AA-029E-319D75D80BFA}"/>
                </a:ext>
              </a:extLst>
            </p:cNvPr>
            <p:cNvGrpSpPr/>
            <p:nvPr/>
          </p:nvGrpSpPr>
          <p:grpSpPr>
            <a:xfrm>
              <a:off x="7255180" y="980185"/>
              <a:ext cx="2810946" cy="404768"/>
              <a:chOff x="0" y="-38100"/>
              <a:chExt cx="928317" cy="235130"/>
            </a:xfrm>
            <a:solidFill>
              <a:srgbClr val="13547D"/>
            </a:solidFill>
          </p:grpSpPr>
          <p:sp>
            <p:nvSpPr>
              <p:cNvPr id="108" name="Freeform 37">
                <a:extLst>
                  <a:ext uri="{FF2B5EF4-FFF2-40B4-BE49-F238E27FC236}">
                    <a16:creationId xmlns:a16="http://schemas.microsoft.com/office/drawing/2014/main" id="{DE8141AC-AAFA-0E64-94FC-3445F57EC8E0}"/>
                  </a:ext>
                </a:extLst>
              </p:cNvPr>
              <p:cNvSpPr/>
              <p:nvPr/>
            </p:nvSpPr>
            <p:spPr>
              <a:xfrm>
                <a:off x="0" y="0"/>
                <a:ext cx="928317" cy="197030"/>
              </a:xfrm>
              <a:prstGeom prst="roundRect">
                <a:avLst/>
              </a:prstGeom>
              <a:grpFill/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endParaRPr lang="en-ID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9" name="TextBox 38">
                <a:extLst>
                  <a:ext uri="{FF2B5EF4-FFF2-40B4-BE49-F238E27FC236}">
                    <a16:creationId xmlns:a16="http://schemas.microsoft.com/office/drawing/2014/main" id="{0C602B33-A033-1C2A-37DA-D489331189B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8317" cy="235130"/>
              </a:xfrm>
              <a:prstGeom prst="roundRect">
                <a:avLst/>
              </a:prstGeom>
              <a:solidFill>
                <a:srgbClr val="F79646"/>
              </a:solidFill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lIns="50800" tIns="50800" rIns="50800" bIns="50800"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  <a:latin typeface="New Standard" panose="020B0604020202020204" charset="0"/>
                    <a:ea typeface="New Standard" panose="020B0604020202020204" charset="0"/>
                    <a:cs typeface="Cascadia Mono Light" panose="020B0609020000020004" pitchFamily="49" charset="0"/>
                  </a:rPr>
                  <a:t>The Outline of Equations</a:t>
                </a:r>
              </a:p>
            </p:txBody>
          </p:sp>
        </p:grp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F1670311-36B4-ADF3-F079-79B0950F5B82}"/>
                </a:ext>
              </a:extLst>
            </p:cNvPr>
            <p:cNvCxnSpPr>
              <a:cxnSpLocks/>
              <a:stCxn id="109" idx="1"/>
            </p:cNvCxnSpPr>
            <p:nvPr/>
          </p:nvCxnSpPr>
          <p:spPr>
            <a:xfrm flipH="1">
              <a:off x="570990" y="1182569"/>
              <a:ext cx="6684190" cy="195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6F157D37-B836-65EE-01EB-094746BE4CF8}"/>
                </a:ext>
              </a:extLst>
            </p:cNvPr>
            <p:cNvCxnSpPr>
              <a:cxnSpLocks/>
              <a:endCxn id="109" idx="3"/>
            </p:cNvCxnSpPr>
            <p:nvPr/>
          </p:nvCxnSpPr>
          <p:spPr>
            <a:xfrm flipH="1" flipV="1">
              <a:off x="10066126" y="1182569"/>
              <a:ext cx="7840874" cy="195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16312B5-CD99-B8B6-2C7C-66F067948D70}"/>
              </a:ext>
            </a:extLst>
          </p:cNvPr>
          <p:cNvGrpSpPr/>
          <p:nvPr/>
        </p:nvGrpSpPr>
        <p:grpSpPr>
          <a:xfrm>
            <a:off x="570990" y="5027894"/>
            <a:ext cx="17336010" cy="404768"/>
            <a:chOff x="570990" y="980185"/>
            <a:chExt cx="17336010" cy="404768"/>
          </a:xfrm>
        </p:grpSpPr>
        <p:grpSp>
          <p:nvGrpSpPr>
            <p:cNvPr id="130" name="Group 36">
              <a:extLst>
                <a:ext uri="{FF2B5EF4-FFF2-40B4-BE49-F238E27FC236}">
                  <a16:creationId xmlns:a16="http://schemas.microsoft.com/office/drawing/2014/main" id="{389413DC-CC8C-DDCA-1185-9EF0FCCF6211}"/>
                </a:ext>
              </a:extLst>
            </p:cNvPr>
            <p:cNvGrpSpPr/>
            <p:nvPr/>
          </p:nvGrpSpPr>
          <p:grpSpPr>
            <a:xfrm>
              <a:off x="7255180" y="980185"/>
              <a:ext cx="2810946" cy="404768"/>
              <a:chOff x="0" y="-38100"/>
              <a:chExt cx="928317" cy="235130"/>
            </a:xfrm>
            <a:solidFill>
              <a:srgbClr val="13547D"/>
            </a:solidFill>
          </p:grpSpPr>
          <p:sp>
            <p:nvSpPr>
              <p:cNvPr id="133" name="Freeform 37">
                <a:extLst>
                  <a:ext uri="{FF2B5EF4-FFF2-40B4-BE49-F238E27FC236}">
                    <a16:creationId xmlns:a16="http://schemas.microsoft.com/office/drawing/2014/main" id="{7258AC69-5C5F-4F5B-7452-6DAF1EAA9C2E}"/>
                  </a:ext>
                </a:extLst>
              </p:cNvPr>
              <p:cNvSpPr/>
              <p:nvPr/>
            </p:nvSpPr>
            <p:spPr>
              <a:xfrm>
                <a:off x="0" y="0"/>
                <a:ext cx="928317" cy="197030"/>
              </a:xfrm>
              <a:prstGeom prst="roundRect">
                <a:avLst/>
              </a:prstGeom>
              <a:grpFill/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endParaRPr lang="en-ID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34" name="TextBox 38">
                <a:extLst>
                  <a:ext uri="{FF2B5EF4-FFF2-40B4-BE49-F238E27FC236}">
                    <a16:creationId xmlns:a16="http://schemas.microsoft.com/office/drawing/2014/main" id="{6B2A75D4-3C9B-0984-DD66-D4543DFDBC8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8317" cy="235130"/>
              </a:xfrm>
              <a:prstGeom prst="roundRect">
                <a:avLst/>
              </a:prstGeom>
              <a:solidFill>
                <a:srgbClr val="F79646"/>
              </a:solidFill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lIns="50800" tIns="50800" rIns="50800" bIns="50800"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  <a:latin typeface="New Standard" panose="020B0604020202020204" charset="0"/>
                    <a:ea typeface="New Standard" panose="020B0604020202020204" charset="0"/>
                    <a:cs typeface="Cascadia Mono Light" panose="020B0609020000020004" pitchFamily="49" charset="0"/>
                  </a:rPr>
                  <a:t>Properties of Cobb-Douglas</a:t>
                </a:r>
              </a:p>
            </p:txBody>
          </p:sp>
        </p:grp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275CBEA-73F3-8B87-F78A-3764C2B7F873}"/>
                </a:ext>
              </a:extLst>
            </p:cNvPr>
            <p:cNvCxnSpPr>
              <a:cxnSpLocks/>
              <a:stCxn id="134" idx="1"/>
            </p:cNvCxnSpPr>
            <p:nvPr/>
          </p:nvCxnSpPr>
          <p:spPr>
            <a:xfrm flipH="1">
              <a:off x="570990" y="1182569"/>
              <a:ext cx="6684190" cy="195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B904657A-6D53-EF6E-CE96-5734E2D46B22}"/>
                </a:ext>
              </a:extLst>
            </p:cNvPr>
            <p:cNvCxnSpPr>
              <a:cxnSpLocks/>
              <a:endCxn id="134" idx="3"/>
            </p:cNvCxnSpPr>
            <p:nvPr/>
          </p:nvCxnSpPr>
          <p:spPr>
            <a:xfrm flipH="1" flipV="1">
              <a:off x="10066126" y="1182569"/>
              <a:ext cx="7840874" cy="195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B1ADA8F-A869-21CC-C3B0-520FF76D5BCF}"/>
              </a:ext>
            </a:extLst>
          </p:cNvPr>
          <p:cNvGrpSpPr/>
          <p:nvPr/>
        </p:nvGrpSpPr>
        <p:grpSpPr>
          <a:xfrm>
            <a:off x="8686800" y="5835343"/>
            <a:ext cx="4239995" cy="1170991"/>
            <a:chOff x="9636414" y="5835343"/>
            <a:chExt cx="4239995" cy="1170991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3586B1B-BA27-783A-69B7-D6E00B719BD8}"/>
                </a:ext>
              </a:extLst>
            </p:cNvPr>
            <p:cNvGrpSpPr/>
            <p:nvPr/>
          </p:nvGrpSpPr>
          <p:grpSpPr>
            <a:xfrm>
              <a:off x="9751635" y="5866257"/>
              <a:ext cx="4065319" cy="1112754"/>
              <a:chOff x="8884342" y="5286243"/>
              <a:chExt cx="4941700" cy="1112754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BC7FE5C2-5976-F537-E100-3DDA936BF745}"/>
                  </a:ext>
                </a:extLst>
              </p:cNvPr>
              <p:cNvGrpSpPr/>
              <p:nvPr/>
            </p:nvGrpSpPr>
            <p:grpSpPr>
              <a:xfrm>
                <a:off x="8884342" y="5286243"/>
                <a:ext cx="4941700" cy="810883"/>
                <a:chOff x="8357297" y="5304608"/>
                <a:chExt cx="5604450" cy="810883"/>
              </a:xfrm>
            </p:grpSpPr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49EFB881-FAFB-0A07-2638-F9124859A3CD}"/>
                    </a:ext>
                  </a:extLst>
                </p:cNvPr>
                <p:cNvGrpSpPr/>
                <p:nvPr/>
              </p:nvGrpSpPr>
              <p:grpSpPr>
                <a:xfrm>
                  <a:off x="8357297" y="5304608"/>
                  <a:ext cx="5604450" cy="506083"/>
                  <a:chOff x="570990" y="4227788"/>
                  <a:chExt cx="6933824" cy="50608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8" name="TextBox 87">
                        <a:extLst>
                          <a:ext uri="{FF2B5EF4-FFF2-40B4-BE49-F238E27FC236}">
                            <a16:creationId xmlns:a16="http://schemas.microsoft.com/office/drawing/2014/main" id="{59B7181C-660C-8EA3-56F3-BDE3A187350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0990" y="4227788"/>
                        <a:ext cx="6933824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r>
                          <a:rPr lang="en-US" sz="1600" b="0" dirty="0">
                            <a:latin typeface="New Standard" panose="020B0604020202020204" charset="0"/>
                            <a:ea typeface="New Standard" panose="020B0604020202020204" charset="0"/>
                          </a:rPr>
                          <a:t>Constant	: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=1⇒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𝑘𝑥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=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𝑘𝑅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)</m:t>
                            </m:r>
                          </m:oMath>
                        </a14:m>
                        <a:endParaRPr lang="en-ID" sz="1600" dirty="0">
                          <a:latin typeface="New Standard" panose="020B0604020202020204" charset="0"/>
                          <a:ea typeface="New Standard" panose="020B060402020202020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8" name="TextBox 87">
                        <a:extLst>
                          <a:ext uri="{FF2B5EF4-FFF2-40B4-BE49-F238E27FC236}">
                            <a16:creationId xmlns:a16="http://schemas.microsoft.com/office/drawing/2014/main" id="{59B7181C-660C-8EA3-56F3-BDE3A187350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0990" y="4227788"/>
                        <a:ext cx="6933824" cy="246221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3148" t="-24390" b="-4878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D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9" name="TextBox 88">
                        <a:extLst>
                          <a:ext uri="{FF2B5EF4-FFF2-40B4-BE49-F238E27FC236}">
                            <a16:creationId xmlns:a16="http://schemas.microsoft.com/office/drawing/2014/main" id="{AC8B36C7-017C-53C8-8A9B-0EFBA88F5D1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0990" y="4487650"/>
                        <a:ext cx="6933824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r>
                          <a:rPr lang="en-US" sz="1600" b="0" dirty="0">
                            <a:latin typeface="New Standard" panose="020B0604020202020204" charset="0"/>
                            <a:ea typeface="New Standard" panose="020B0604020202020204" charset="0"/>
                          </a:rPr>
                          <a:t>Increasing :</a:t>
                        </a:r>
                        <a14:m>
                          <m:oMath xmlns:m="http://schemas.openxmlformats.org/officeDocument/2006/math">
                            <m:r>
                              <a:rPr lang="en-US" sz="1600" b="0" i="0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&gt;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1⇒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New Standard" panose="020B0604020202020204" charset="0"/>
                                  </a:rPr>
                                  <m:t>𝑘𝑥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&gt;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𝑘𝑅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(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𝑥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New Standard" panose="020B0604020202020204" charset="0"/>
                              </a:rPr>
                              <m:t>)</m:t>
                            </m:r>
                          </m:oMath>
                        </a14:m>
                        <a:endParaRPr lang="en-ID" sz="1600" dirty="0">
                          <a:latin typeface="New Standard" panose="020B0604020202020204" charset="0"/>
                          <a:ea typeface="New Standard" panose="020B0604020202020204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9" name="TextBox 88">
                        <a:extLst>
                          <a:ext uri="{FF2B5EF4-FFF2-40B4-BE49-F238E27FC236}">
                            <a16:creationId xmlns:a16="http://schemas.microsoft.com/office/drawing/2014/main" id="{AC8B36C7-017C-53C8-8A9B-0EFBA88F5D1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70990" y="4487650"/>
                        <a:ext cx="6933824" cy="246221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3148" t="-27500" b="-50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D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73160C9F-49BE-77BE-BD3B-24CB8A8D6F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57297" y="5869270"/>
                      <a:ext cx="560445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sz="1600" b="0" dirty="0">
                          <a:latin typeface="New Standard" panose="020B0604020202020204" charset="0"/>
                          <a:ea typeface="New Standard" panose="020B0604020202020204" charset="0"/>
                        </a:rPr>
                        <a:t>Decreasing :</a:t>
                      </a:r>
                      <a:r>
                        <a:rPr lang="en-US" sz="1600" dirty="0">
                          <a:ea typeface="New Standard" panose="020B0604020202020204" charset="0"/>
                        </a:rPr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New Standard" panose="020B060402020202020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New Standard" panose="020B0604020202020204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New Standard" panose="020B060402020202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New Standard" panose="020B060402020202020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New Standard" panose="020B0604020202020204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New Standard" panose="020B060402020202020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&lt;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1⇒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New Standard" panose="020B060402020202020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New Standard" panose="020B0604020202020204" charset="0"/>
                                </a:rPr>
                                <m:t>𝑘𝑥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&lt;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𝑘𝑅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)</m:t>
                          </m:r>
                        </m:oMath>
                      </a14:m>
                      <a:endParaRPr lang="en-ID" sz="1600" dirty="0">
                        <a:latin typeface="New Standard" panose="020B0604020202020204" charset="0"/>
                        <a:ea typeface="New Standard" panose="020B060402020202020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73160C9F-49BE-77BE-BD3B-24CB8A8D6F3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57297" y="5869270"/>
                      <a:ext cx="5604450" cy="246221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3148" t="-27500" b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D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D2A723D5-390C-442B-5298-7C97E544E01C}"/>
                      </a:ext>
                    </a:extLst>
                  </p:cNvPr>
                  <p:cNvSpPr txBox="1"/>
                  <p:nvPr/>
                </p:nvSpPr>
                <p:spPr>
                  <a:xfrm>
                    <a:off x="10233381" y="6060443"/>
                    <a:ext cx="1802661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∗∀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=(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𝐴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New Standard" panose="020B0604020202020204" charset="0"/>
                            </a:rPr>
                            <m:t>)</m:t>
                          </m:r>
                        </m:oMath>
                      </m:oMathPara>
                    </a14:m>
                    <a:endParaRPr lang="en-ID" sz="1600" dirty="0"/>
                  </a:p>
                </p:txBody>
              </p:sp>
            </mc:Choice>
            <mc:Fallback xmlns="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D2A723D5-390C-442B-5298-7C97E544E0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33381" y="6060443"/>
                    <a:ext cx="1802661" cy="33855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8929"/>
                    </a:stretch>
                  </a:blipFill>
                </p:spPr>
                <p:txBody>
                  <a:bodyPr/>
                  <a:lstStyle/>
                  <a:p>
                    <a:r>
                      <a:rPr lang="en-ID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A3E8B92-A47A-A9ED-4AD1-52983D8D084A}"/>
                </a:ext>
              </a:extLst>
            </p:cNvPr>
            <p:cNvSpPr/>
            <p:nvPr/>
          </p:nvSpPr>
          <p:spPr>
            <a:xfrm>
              <a:off x="9636414" y="5835343"/>
              <a:ext cx="4239995" cy="11709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B3FBDDF-3FC6-3061-D7F6-647FE131E8F8}"/>
              </a:ext>
            </a:extLst>
          </p:cNvPr>
          <p:cNvSpPr/>
          <p:nvPr/>
        </p:nvSpPr>
        <p:spPr>
          <a:xfrm>
            <a:off x="1676400" y="5901072"/>
            <a:ext cx="5633025" cy="11709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E89892F-7F57-DA01-E17B-B77CAFB21FC3}"/>
              </a:ext>
            </a:extLst>
          </p:cNvPr>
          <p:cNvGrpSpPr/>
          <p:nvPr/>
        </p:nvGrpSpPr>
        <p:grpSpPr>
          <a:xfrm>
            <a:off x="13868400" y="5799576"/>
            <a:ext cx="2827556" cy="1170991"/>
            <a:chOff x="14500306" y="6030737"/>
            <a:chExt cx="2827556" cy="1170991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D3DCFDEB-B899-DB39-4A7F-0710B29447E5}"/>
                </a:ext>
              </a:extLst>
            </p:cNvPr>
            <p:cNvSpPr/>
            <p:nvPr/>
          </p:nvSpPr>
          <p:spPr>
            <a:xfrm>
              <a:off x="14500306" y="6030737"/>
              <a:ext cx="2827556" cy="11709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39C8E7AB-C03A-69E6-21BF-402D86045E1C}"/>
                    </a:ext>
                  </a:extLst>
                </p:cNvPr>
                <p:cNvSpPr txBox="1"/>
                <p:nvPr/>
              </p:nvSpPr>
              <p:spPr>
                <a:xfrm>
                  <a:off x="14831382" y="6319390"/>
                  <a:ext cx="2081532" cy="5726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𝑀𝑅𝑇𝑆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ID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39C8E7AB-C03A-69E6-21BF-402D86045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31382" y="6319390"/>
                  <a:ext cx="2081532" cy="57265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6DFFF4E-66CE-812F-F761-13A7C872236E}"/>
              </a:ext>
            </a:extLst>
          </p:cNvPr>
          <p:cNvGrpSpPr/>
          <p:nvPr/>
        </p:nvGrpSpPr>
        <p:grpSpPr>
          <a:xfrm>
            <a:off x="420713" y="7095401"/>
            <a:ext cx="17448697" cy="404768"/>
            <a:chOff x="458303" y="980185"/>
            <a:chExt cx="17448697" cy="404768"/>
          </a:xfrm>
        </p:grpSpPr>
        <p:grpSp>
          <p:nvGrpSpPr>
            <p:cNvPr id="154" name="Group 36">
              <a:extLst>
                <a:ext uri="{FF2B5EF4-FFF2-40B4-BE49-F238E27FC236}">
                  <a16:creationId xmlns:a16="http://schemas.microsoft.com/office/drawing/2014/main" id="{A3441965-2389-F292-DE1C-18B9E784DEA3}"/>
                </a:ext>
              </a:extLst>
            </p:cNvPr>
            <p:cNvGrpSpPr/>
            <p:nvPr/>
          </p:nvGrpSpPr>
          <p:grpSpPr>
            <a:xfrm>
              <a:off x="7255180" y="980185"/>
              <a:ext cx="2810946" cy="404768"/>
              <a:chOff x="0" y="-38100"/>
              <a:chExt cx="928317" cy="235130"/>
            </a:xfrm>
            <a:solidFill>
              <a:srgbClr val="13547D"/>
            </a:solidFill>
          </p:grpSpPr>
          <p:sp>
            <p:nvSpPr>
              <p:cNvPr id="157" name="Freeform 37">
                <a:extLst>
                  <a:ext uri="{FF2B5EF4-FFF2-40B4-BE49-F238E27FC236}">
                    <a16:creationId xmlns:a16="http://schemas.microsoft.com/office/drawing/2014/main" id="{B4CC7657-821E-02B8-712F-5B638ACA98CD}"/>
                  </a:ext>
                </a:extLst>
              </p:cNvPr>
              <p:cNvSpPr/>
              <p:nvPr/>
            </p:nvSpPr>
            <p:spPr>
              <a:xfrm>
                <a:off x="0" y="0"/>
                <a:ext cx="928317" cy="197030"/>
              </a:xfrm>
              <a:prstGeom prst="roundRect">
                <a:avLst/>
              </a:prstGeom>
              <a:grpFill/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endParaRPr lang="en-ID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58" name="TextBox 38">
                <a:extLst>
                  <a:ext uri="{FF2B5EF4-FFF2-40B4-BE49-F238E27FC236}">
                    <a16:creationId xmlns:a16="http://schemas.microsoft.com/office/drawing/2014/main" id="{EB7F7F5A-3E26-2DB6-D71A-E2673F3F57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28317" cy="235130"/>
              </a:xfrm>
              <a:prstGeom prst="roundRect">
                <a:avLst/>
              </a:prstGeom>
              <a:solidFill>
                <a:srgbClr val="F79646"/>
              </a:solidFill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lIns="50800" tIns="50800" rIns="50800" bIns="50800" rtlCol="0" anchor="ctr"/>
              <a:lstStyle/>
              <a:p>
                <a:pPr algn="ctr"/>
                <a:r>
                  <a:rPr lang="en-US" sz="1600" b="1" dirty="0">
                    <a:solidFill>
                      <a:schemeClr val="tx1"/>
                    </a:solidFill>
                    <a:latin typeface="New Standard" panose="020B0604020202020204" charset="0"/>
                    <a:ea typeface="New Standard" panose="020B0604020202020204" charset="0"/>
                    <a:cs typeface="Cascadia Mono Light" panose="020B0609020000020004" pitchFamily="49" charset="0"/>
                  </a:rPr>
                  <a:t>Methods </a:t>
                </a:r>
              </a:p>
            </p:txBody>
          </p:sp>
        </p:grp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E1703D4C-D5EA-2F9C-F559-912D5EA32A65}"/>
                </a:ext>
              </a:extLst>
            </p:cNvPr>
            <p:cNvCxnSpPr>
              <a:cxnSpLocks/>
              <a:stCxn id="158" idx="1"/>
            </p:cNvCxnSpPr>
            <p:nvPr/>
          </p:nvCxnSpPr>
          <p:spPr>
            <a:xfrm flipH="1">
              <a:off x="458303" y="1182569"/>
              <a:ext cx="6796877" cy="195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E6A017A-9B7B-9DD1-1033-F248085AC45A}"/>
                </a:ext>
              </a:extLst>
            </p:cNvPr>
            <p:cNvCxnSpPr>
              <a:cxnSpLocks/>
              <a:endCxn id="158" idx="3"/>
            </p:cNvCxnSpPr>
            <p:nvPr/>
          </p:nvCxnSpPr>
          <p:spPr>
            <a:xfrm flipH="1" flipV="1">
              <a:off x="10066126" y="1182569"/>
              <a:ext cx="7840874" cy="195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098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44" grpId="0"/>
      <p:bldP spid="45" grpId="0"/>
      <p:bldP spid="46" grpId="0"/>
      <p:bldP spid="47" grpId="0"/>
      <p:bldP spid="14" grpId="0" animBg="1"/>
      <p:bldP spid="15" grpId="0" animBg="1"/>
      <p:bldP spid="16" grpId="0" animBg="1"/>
      <p:bldP spid="51" grpId="0" animBg="1"/>
      <p:bldP spid="10" grpId="0"/>
      <p:bldP spid="58" grpId="0"/>
      <p:bldP spid="72" grpId="0"/>
      <p:bldP spid="73" grpId="0"/>
      <p:bldP spid="79" grpId="0"/>
      <p:bldP spid="80" grpId="0"/>
      <p:bldP spid="81" grpId="0"/>
      <p:bldP spid="82" grpId="0"/>
      <p:bldP spid="83" grpId="0" animBg="1"/>
      <p:bldP spid="92" grpId="0"/>
      <p:bldP spid="93" grpId="0" animBg="1"/>
      <p:bldP spid="94" grpId="0"/>
      <p:bldP spid="98" grpId="0" animBg="1"/>
      <p:bldP spid="1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36">
            <a:extLst>
              <a:ext uri="{FF2B5EF4-FFF2-40B4-BE49-F238E27FC236}">
                <a16:creationId xmlns:a16="http://schemas.microsoft.com/office/drawing/2014/main" id="{5ABDD069-F430-DECB-C3E7-A09AFCAF218C}"/>
              </a:ext>
            </a:extLst>
          </p:cNvPr>
          <p:cNvSpPr>
            <a:spLocks/>
          </p:cNvSpPr>
          <p:nvPr/>
        </p:nvSpPr>
        <p:spPr>
          <a:xfrm>
            <a:off x="6616519" y="1926168"/>
            <a:ext cx="5655748" cy="7325803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D" dirty="0"/>
          </a:p>
        </p:txBody>
      </p:sp>
      <p:sp>
        <p:nvSpPr>
          <p:cNvPr id="83" name="Freeform 36">
            <a:extLst>
              <a:ext uri="{FF2B5EF4-FFF2-40B4-BE49-F238E27FC236}">
                <a16:creationId xmlns:a16="http://schemas.microsoft.com/office/drawing/2014/main" id="{CA586C91-B12D-F639-F045-6764522D8C8A}"/>
              </a:ext>
            </a:extLst>
          </p:cNvPr>
          <p:cNvSpPr>
            <a:spLocks/>
          </p:cNvSpPr>
          <p:nvPr/>
        </p:nvSpPr>
        <p:spPr>
          <a:xfrm>
            <a:off x="228600" y="1932733"/>
            <a:ext cx="6310556" cy="7319238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D" dirty="0"/>
          </a:p>
        </p:txBody>
      </p:sp>
      <p:grpSp>
        <p:nvGrpSpPr>
          <p:cNvPr id="10" name="Group 10"/>
          <p:cNvGrpSpPr/>
          <p:nvPr/>
        </p:nvGrpSpPr>
        <p:grpSpPr>
          <a:xfrm>
            <a:off x="-27712" y="-160418"/>
            <a:ext cx="18620512" cy="1003339"/>
            <a:chOff x="0" y="-86574"/>
            <a:chExt cx="24751626" cy="3078995"/>
          </a:xfrm>
        </p:grpSpPr>
        <p:grpSp>
          <p:nvGrpSpPr>
            <p:cNvPr id="11" name="Group 11"/>
            <p:cNvGrpSpPr/>
            <p:nvPr/>
          </p:nvGrpSpPr>
          <p:grpSpPr>
            <a:xfrm>
              <a:off x="2683017" y="-86574"/>
              <a:ext cx="22068609" cy="3077732"/>
              <a:chOff x="0" y="-9525"/>
              <a:chExt cx="2428028" cy="33861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44739"/>
                <a:ext cx="2388852" cy="284354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32909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329093"/>
                    </a:lnTo>
                    <a:lnTo>
                      <a:pt x="0" y="32909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2428028" cy="3386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334260"/>
              <a:ext cx="14206908" cy="2658161"/>
              <a:chOff x="0" y="0"/>
              <a:chExt cx="1563070" cy="29245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563070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9245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92456"/>
                    </a:lnTo>
                    <a:lnTo>
                      <a:pt x="1359870" y="292456"/>
                    </a:lnTo>
                    <a:lnTo>
                      <a:pt x="1563070" y="14622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1448770" cy="301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-27713" y="9606754"/>
            <a:ext cx="18306747" cy="693298"/>
            <a:chOff x="0" y="-87990"/>
            <a:chExt cx="25082301" cy="2831775"/>
          </a:xfrm>
        </p:grpSpPr>
        <p:grpSp>
          <p:nvGrpSpPr>
            <p:cNvPr id="18" name="Group 18"/>
            <p:cNvGrpSpPr/>
            <p:nvPr/>
          </p:nvGrpSpPr>
          <p:grpSpPr>
            <a:xfrm>
              <a:off x="2652622" y="-87990"/>
              <a:ext cx="22429679" cy="2817373"/>
              <a:chOff x="0" y="-9525"/>
              <a:chExt cx="2428028" cy="30498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428028" cy="295458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7492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7492"/>
                    </a:lnTo>
                    <a:lnTo>
                      <a:pt x="0" y="287492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2428028" cy="297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-87990"/>
              <a:ext cx="13664169" cy="2831775"/>
              <a:chOff x="0" y="-9525"/>
              <a:chExt cx="1479156" cy="30654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479156" cy="297017"/>
              </a:xfrm>
              <a:custGeom>
                <a:avLst/>
                <a:gdLst/>
                <a:ahLst/>
                <a:cxnLst/>
                <a:rect l="l" t="t" r="r" b="b"/>
                <a:pathLst>
                  <a:path w="1479156" h="257307">
                    <a:moveTo>
                      <a:pt x="1275956" y="0"/>
                    </a:moveTo>
                    <a:lnTo>
                      <a:pt x="0" y="0"/>
                    </a:lnTo>
                    <a:lnTo>
                      <a:pt x="0" y="257307"/>
                    </a:lnTo>
                    <a:lnTo>
                      <a:pt x="1275956" y="257307"/>
                    </a:lnTo>
                    <a:lnTo>
                      <a:pt x="1479156" y="128653"/>
                    </a:lnTo>
                    <a:lnTo>
                      <a:pt x="1275956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9525"/>
                <a:ext cx="1364856" cy="2668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558457" y="150896"/>
              <a:ext cx="11160849" cy="492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10"/>
                </a:lnSpc>
                <a:spcBef>
                  <a:spcPct val="0"/>
                </a:spcBef>
              </a:pPr>
              <a:r>
                <a:rPr lang="en-US" sz="1079" b="1" i="1" dirty="0">
                  <a:solidFill>
                    <a:srgbClr val="FFFFFF">
                      <a:alpha val="78824"/>
                    </a:srgbClr>
                  </a:solidFill>
                  <a:latin typeface="New Standard Bold Italics"/>
                  <a:ea typeface="New Standard Bold Italics"/>
                  <a:cs typeface="New Standard Bold Italics"/>
                  <a:sym typeface="New Standard Bold Italics"/>
                </a:rPr>
                <a:t>Skew-Symmetric Error Distribution Analysis of Elasticity Dynamics of Firm Financial Statement Components: A Case Study in Indonesian Stock Markets using The Cobb-Douglas Linearized Log Form 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43123" y="386471"/>
            <a:ext cx="9316977" cy="2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3678" b="1">
                <a:solidFill>
                  <a:srgbClr val="FFFFFF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3. Methodology and Statistical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3EB4CA4-8939-C782-BBC1-836D96C7CE2B}"/>
                  </a:ext>
                </a:extLst>
              </p:cNvPr>
              <p:cNvSpPr txBox="1"/>
              <p:nvPr/>
            </p:nvSpPr>
            <p:spPr>
              <a:xfrm>
                <a:off x="2192015" y="2348964"/>
                <a:ext cx="14266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D" sz="1400" dirty="0">
                    <a:latin typeface="LM Roman 10" panose="00000500000000000000" pitchFamily="50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3EB4CA4-8939-C782-BBC1-836D96C7C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015" y="2348964"/>
                <a:ext cx="1426673" cy="215444"/>
              </a:xfrm>
              <a:prstGeom prst="rect">
                <a:avLst/>
              </a:prstGeom>
              <a:blipFill>
                <a:blip r:embed="rId3"/>
                <a:stretch>
                  <a:fillRect l="-4701" b="-25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405BF859-1388-121E-1DFE-585A43F7C32F}"/>
              </a:ext>
            </a:extLst>
          </p:cNvPr>
          <p:cNvSpPr txBox="1"/>
          <p:nvPr/>
        </p:nvSpPr>
        <p:spPr>
          <a:xfrm>
            <a:off x="91951" y="1933652"/>
            <a:ext cx="6590184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regression of the log-linear function is analogues as standard linear regression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D7A873-10BE-ED0E-CFBF-D56DAD765AAD}"/>
              </a:ext>
            </a:extLst>
          </p:cNvPr>
          <p:cNvSpPr txBox="1"/>
          <p:nvPr/>
        </p:nvSpPr>
        <p:spPr>
          <a:xfrm>
            <a:off x="96424" y="2628900"/>
            <a:ext cx="5398189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log-likelihood of the function is formulated in the form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2C3E22-0DED-C55D-68CC-A2A6EBD5117C}"/>
                  </a:ext>
                </a:extLst>
              </p:cNvPr>
              <p:cNvSpPr txBox="1"/>
              <p:nvPr/>
            </p:nvSpPr>
            <p:spPr>
              <a:xfrm>
                <a:off x="1828800" y="2911896"/>
                <a:ext cx="2454314" cy="5228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2C3E22-0DED-C55D-68CC-A2A6EBD51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911896"/>
                <a:ext cx="2454314" cy="522835"/>
              </a:xfrm>
              <a:prstGeom prst="rect">
                <a:avLst/>
              </a:prstGeom>
              <a:blipFill>
                <a:blip r:embed="rId4"/>
                <a:stretch>
                  <a:fillRect t="-147059" r="-6203" b="-20705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0FED505-005D-4289-4D53-20EDAFE5D460}"/>
                  </a:ext>
                </a:extLst>
              </p:cNvPr>
              <p:cNvSpPr txBox="1"/>
              <p:nvPr/>
            </p:nvSpPr>
            <p:spPr>
              <a:xfrm>
                <a:off x="85973" y="3416558"/>
                <a:ext cx="6474847" cy="583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13053" lvl="1" indent="-156526" algn="l">
                  <a:lnSpc>
                    <a:spcPts val="2029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Now we insert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𝑥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𝜖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𝜃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=</m:t>
                    </m:r>
                    <m:d>
                      <m:d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d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𝜁</m:t>
                        </m:r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, </m:t>
                        </m:r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𝜔</m:t>
                        </m:r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, </m:t>
                        </m:r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and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Φ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 </m:t>
                    </m:r>
                    <m: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,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𝜙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as the CDF and PDF respectively, thus the skew symmetric likelihood is: 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0FED505-005D-4289-4D53-20EDAFE5D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73" y="3416558"/>
                <a:ext cx="6474847" cy="583942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7E01350-08D0-92DC-B33F-51503EE57C7B}"/>
                  </a:ext>
                </a:extLst>
              </p:cNvPr>
              <p:cNvSpPr txBox="1"/>
              <p:nvPr/>
            </p:nvSpPr>
            <p:spPr>
              <a:xfrm>
                <a:off x="1183250" y="3962424"/>
                <a:ext cx="3636000" cy="61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eqArr>
                                <m:eqArr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𝜖</m:t>
                                              </m:r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𝜁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𝜖</m:t>
                                              </m:r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𝜁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f>
                                        <m:f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</m:func>
                        </m:e>
                      </m:nary>
                    </m:oMath>
                  </m:oMathPara>
                </a14:m>
                <a:endParaRPr lang="en-US" sz="1400" b="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7E01350-08D0-92DC-B33F-51503EE57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250" y="3962424"/>
                <a:ext cx="3636000" cy="61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10116AF-56B6-765E-5B7A-104960A7D288}"/>
                  </a:ext>
                </a:extLst>
              </p:cNvPr>
              <p:cNvSpPr txBox="1"/>
              <p:nvPr/>
            </p:nvSpPr>
            <p:spPr>
              <a:xfrm>
                <a:off x="655966" y="4691872"/>
                <a:ext cx="5038477" cy="5986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eqArr>
                                <m:eqArr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  <m:d>
                                        <m:d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𝜖</m:t>
                                              </m:r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𝜁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d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eqArr>
                                        <m:eqArr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Φ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𝛼</m:t>
                                                  </m:r>
                                                  <m:f>
                                                    <m:fPr>
                                                      <m:ctrlP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𝜖</m:t>
                                                      </m:r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𝜁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a:rPr 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den>
                                                  </m:f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eqArr>
                                    </m:e>
                                  </m:func>
                                </m:e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</m:func>
                        </m:e>
                      </m:nary>
                    </m:oMath>
                  </m:oMathPara>
                </a14:m>
                <a:endParaRPr lang="en-US" sz="1400" b="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10116AF-56B6-765E-5B7A-104960A7D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66" y="4691872"/>
                <a:ext cx="5038477" cy="5986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D13DEF01-0A75-05DB-64A7-A632B2D40E71}"/>
              </a:ext>
            </a:extLst>
          </p:cNvPr>
          <p:cNvSpPr txBox="1"/>
          <p:nvPr/>
        </p:nvSpPr>
        <p:spPr>
          <a:xfrm>
            <a:off x="96424" y="4478752"/>
            <a:ext cx="3405589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Or: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F204A32-F2B5-7C55-9EBD-DFE2C1F3DE39}"/>
                  </a:ext>
                </a:extLst>
              </p:cNvPr>
              <p:cNvSpPr txBox="1"/>
              <p:nvPr/>
            </p:nvSpPr>
            <p:spPr>
              <a:xfrm>
                <a:off x="96424" y="5176219"/>
                <a:ext cx="6037323" cy="327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13053" lvl="1" indent="-156526">
                  <a:lnSpc>
                    <a:spcPts val="2029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he</m:t>
                    </m:r>
                    <m: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 </m:t>
                    </m:r>
                    <m:r>
                      <m:rPr>
                        <m:sty m:val="p"/>
                      </m:rP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normalization</m:t>
                    </m:r>
                    <m: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 </m:t>
                    </m:r>
                    <m:r>
                      <m:rPr>
                        <m:sty m:val="p"/>
                      </m:rP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factor</m:t>
                    </m:r>
                    <m: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 </m:t>
                    </m:r>
                    <m:r>
                      <m:rPr>
                        <m:sty m:val="p"/>
                      </m:rP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of</m:t>
                    </m:r>
                    <m: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 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𝑧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=(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−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𝜁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)/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𝜔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: 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F204A32-F2B5-7C55-9EBD-DFE2C1F3D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4" y="5176219"/>
                <a:ext cx="6037323" cy="327077"/>
              </a:xfrm>
              <a:prstGeom prst="rect">
                <a:avLst/>
              </a:prstGeom>
              <a:blipFill>
                <a:blip r:embed="rId8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3AFF7D-CDD9-2B29-D7D8-1B9F64360360}"/>
                  </a:ext>
                </a:extLst>
              </p:cNvPr>
              <p:cNvSpPr txBox="1"/>
              <p:nvPr/>
            </p:nvSpPr>
            <p:spPr>
              <a:xfrm>
                <a:off x="76200" y="6457237"/>
                <a:ext cx="6695827" cy="362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13053" lvl="1" indent="-156526">
                  <a:lnSpc>
                    <a:spcPts val="2029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𝜙</m:t>
                    </m:r>
                    <m:d>
                      <m:d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d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follows a Gaussian distribution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8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N</m:t>
                    </m:r>
                    <m:d>
                      <m:d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dPr>
                      <m:e>
                        <m:r>
                          <a:rPr lang="en-US" sz="128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0,1</m:t>
                        </m:r>
                      </m:e>
                    </m:d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→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𝜙</m:t>
                    </m:r>
                    <m:d>
                      <m:d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d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𝑧</m:t>
                        </m:r>
                      </m:e>
                    </m:d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=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sym typeface="New Standard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28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sym typeface="New Standard"/>
                              </a:rPr>
                            </m:ctrlPr>
                          </m:sSupPr>
                          <m:e>
                            <m:r>
                              <a:rPr lang="en-US" sz="128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sym typeface="New Standard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28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sym typeface="New Standard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28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ew Standard"/>
                                    <a:sym typeface="New Standard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28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New Standard"/>
                                        <a:sym typeface="New Standard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8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New Standard"/>
                                        <a:sym typeface="New Standard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128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New Standard"/>
                                        <a:sym typeface="New Standard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128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ew Standard"/>
                                    <a:sym typeface="New Standard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sym typeface="New Standard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𝑧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: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3AFF7D-CDD9-2B29-D7D8-1B9F64360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6457237"/>
                <a:ext cx="6695827" cy="362663"/>
              </a:xfrm>
              <a:prstGeom prst="rect">
                <a:avLst/>
              </a:prstGeom>
              <a:blipFill>
                <a:blip r:embed="rId9"/>
                <a:stretch>
                  <a:fillRect t="-100000" b="-1516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7AACC52-784D-30EB-A77C-02234AD639AC}"/>
                  </a:ext>
                </a:extLst>
              </p:cNvPr>
              <p:cNvSpPr txBox="1"/>
              <p:nvPr/>
            </p:nvSpPr>
            <p:spPr>
              <a:xfrm>
                <a:off x="1554640" y="6785366"/>
                <a:ext cx="2904241" cy="501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New Standard"/>
                          <a:cs typeface="New Standard"/>
                          <a:sym typeface="New Standard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−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𝜁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𝜔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New Standard"/>
                          <a:cs typeface="New Standard"/>
                          <a:sym typeface="New Standard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−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𝑎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−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 −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𝜁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New Standard"/>
                              <a:cs typeface="New Standard"/>
                              <a:sym typeface="New Standard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ID" sz="1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7AACC52-784D-30EB-A77C-02234AD63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640" y="6785366"/>
                <a:ext cx="2904241" cy="5013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341AC327-9189-7C8C-9B4D-AA0B96A47A18}"/>
              </a:ext>
            </a:extLst>
          </p:cNvPr>
          <p:cNvSpPr txBox="1"/>
          <p:nvPr/>
        </p:nvSpPr>
        <p:spPr>
          <a:xfrm>
            <a:off x="96424" y="7210522"/>
            <a:ext cx="5942287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final log-likelihood becomes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30327B7-BAD1-B353-4251-B542320F023A}"/>
                  </a:ext>
                </a:extLst>
              </p:cNvPr>
              <p:cNvSpPr txBox="1"/>
              <p:nvPr/>
            </p:nvSpPr>
            <p:spPr>
              <a:xfrm>
                <a:off x="655966" y="7515322"/>
                <a:ext cx="5287634" cy="5870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14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m:rPr>
                              <m:sty m:val="p"/>
                            </m:rPr>
                            <a:rPr lang="en-US" sz="140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400" dirty="0">
                  <a:latin typeface="Cascadia Mono Light" panose="020B0609020000020004" pitchFamily="49" charset="0"/>
                  <a:cs typeface="Cascadia Mono Light" panose="020B0609020000020004" pitchFamily="49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30327B7-BAD1-B353-4251-B542320F0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66" y="7515322"/>
                <a:ext cx="5287634" cy="587020"/>
              </a:xfrm>
              <a:prstGeom prst="rect">
                <a:avLst/>
              </a:prstGeom>
              <a:blipFill>
                <a:blip r:embed="rId11"/>
                <a:stretch>
                  <a:fillRect r="-288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44C1AA04-5A6B-F99E-0845-E1C95B019B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99751"/>
              </p:ext>
            </p:extLst>
          </p:nvPr>
        </p:nvGraphicFramePr>
        <p:xfrm>
          <a:off x="8947150" y="50355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215640" progId="Equation.3">
                  <p:embed/>
                </p:oleObj>
              </mc:Choice>
              <mc:Fallback>
                <p:oleObj name="Equation" r:id="rId12" imgW="114120" imgH="215640" progId="Equation.3">
                  <p:embed/>
                  <p:pic>
                    <p:nvPicPr>
                      <p:cNvPr id="79" name="Object 78">
                        <a:extLst>
                          <a:ext uri="{FF2B5EF4-FFF2-40B4-BE49-F238E27FC236}">
                            <a16:creationId xmlns:a16="http://schemas.microsoft.com/office/drawing/2014/main" id="{44C1AA04-5A6B-F99E-0845-E1C95B019B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947150" y="50355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F6991819-37B2-6D20-E3F7-C6712AED9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096102"/>
              </p:ext>
            </p:extLst>
          </p:nvPr>
        </p:nvGraphicFramePr>
        <p:xfrm>
          <a:off x="8947150" y="50355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120" imgH="215640" progId="Equation.3">
                  <p:embed/>
                </p:oleObj>
              </mc:Choice>
              <mc:Fallback>
                <p:oleObj name="Equation" r:id="rId14" imgW="114120" imgH="215640" progId="Equation.3">
                  <p:embed/>
                  <p:pic>
                    <p:nvPicPr>
                      <p:cNvPr id="80" name="Object 79">
                        <a:extLst>
                          <a:ext uri="{FF2B5EF4-FFF2-40B4-BE49-F238E27FC236}">
                            <a16:creationId xmlns:a16="http://schemas.microsoft.com/office/drawing/2014/main" id="{F6991819-37B2-6D20-E3F7-C6712AED93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947150" y="50355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TextBox 37">
            <a:extLst>
              <a:ext uri="{FF2B5EF4-FFF2-40B4-BE49-F238E27FC236}">
                <a16:creationId xmlns:a16="http://schemas.microsoft.com/office/drawing/2014/main" id="{6AE32A9D-4CDF-B759-6DE7-B3DC1E40DD96}"/>
              </a:ext>
            </a:extLst>
          </p:cNvPr>
          <p:cNvSpPr txBox="1">
            <a:spLocks/>
          </p:cNvSpPr>
          <p:nvPr/>
        </p:nvSpPr>
        <p:spPr>
          <a:xfrm>
            <a:off x="240952" y="1713670"/>
            <a:ext cx="5794555" cy="69971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97"/>
              </a:lnSpc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8BC29BF-7F70-DD42-C61C-0274DD43DB88}"/>
                  </a:ext>
                </a:extLst>
              </p:cNvPr>
              <p:cNvSpPr txBox="1"/>
              <p:nvPr/>
            </p:nvSpPr>
            <p:spPr>
              <a:xfrm>
                <a:off x="7866186" y="2231084"/>
                <a:ext cx="2738314" cy="684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8BC29BF-7F70-DD42-C61C-0274DD43D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186" y="2231084"/>
                <a:ext cx="2738314" cy="68473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7DA7A42D-54F5-A043-30F9-E197CE08B1A2}"/>
              </a:ext>
            </a:extLst>
          </p:cNvPr>
          <p:cNvSpPr txBox="1"/>
          <p:nvPr/>
        </p:nvSpPr>
        <p:spPr>
          <a:xfrm>
            <a:off x="6424394" y="1938475"/>
            <a:ext cx="5847873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Hessian matrix is:</a:t>
            </a:r>
          </a:p>
        </p:txBody>
      </p:sp>
      <p:sp>
        <p:nvSpPr>
          <p:cNvPr id="101" name="TextBox 37">
            <a:extLst>
              <a:ext uri="{FF2B5EF4-FFF2-40B4-BE49-F238E27FC236}">
                <a16:creationId xmlns:a16="http://schemas.microsoft.com/office/drawing/2014/main" id="{2AEECE49-35AB-C04E-FC2A-BCF0D38D65C3}"/>
              </a:ext>
            </a:extLst>
          </p:cNvPr>
          <p:cNvSpPr txBox="1">
            <a:spLocks/>
          </p:cNvSpPr>
          <p:nvPr/>
        </p:nvSpPr>
        <p:spPr>
          <a:xfrm>
            <a:off x="6638716" y="1719113"/>
            <a:ext cx="5794555" cy="69971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97"/>
              </a:lnSpc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308AE19-9C72-7F2B-59A1-43AF9BAA3D89}"/>
                  </a:ext>
                </a:extLst>
              </p:cNvPr>
              <p:cNvSpPr txBox="1"/>
              <p:nvPr/>
            </p:nvSpPr>
            <p:spPr>
              <a:xfrm>
                <a:off x="6080636" y="2357946"/>
                <a:ext cx="290144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(1)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308AE19-9C72-7F2B-59A1-43AF9BAA3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636" y="2357946"/>
                <a:ext cx="290144" cy="215508"/>
              </a:xfrm>
              <a:prstGeom prst="rect">
                <a:avLst/>
              </a:prstGeom>
              <a:blipFill>
                <a:blip r:embed="rId16"/>
                <a:stretch>
                  <a:fillRect l="-20833" t="-5714" r="-20833" b="-4571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9175606-E5CC-1313-AF55-9DD62E6097E6}"/>
                  </a:ext>
                </a:extLst>
              </p:cNvPr>
              <p:cNvSpPr txBox="1"/>
              <p:nvPr/>
            </p:nvSpPr>
            <p:spPr>
              <a:xfrm>
                <a:off x="6065980" y="2968724"/>
                <a:ext cx="290144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(2)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9175606-E5CC-1313-AF55-9DD62E609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980" y="2968724"/>
                <a:ext cx="290144" cy="215508"/>
              </a:xfrm>
              <a:prstGeom prst="rect">
                <a:avLst/>
              </a:prstGeom>
              <a:blipFill>
                <a:blip r:embed="rId17"/>
                <a:stretch>
                  <a:fillRect l="-20833" t="-5714" r="-20833" b="-4571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82277D9-8A53-BB56-742F-5F4E4D38284F}"/>
                  </a:ext>
                </a:extLst>
              </p:cNvPr>
              <p:cNvSpPr txBox="1"/>
              <p:nvPr/>
            </p:nvSpPr>
            <p:spPr>
              <a:xfrm>
                <a:off x="6064630" y="4067452"/>
                <a:ext cx="290144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(3)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82277D9-8A53-BB56-742F-5F4E4D382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630" y="4067452"/>
                <a:ext cx="290144" cy="215508"/>
              </a:xfrm>
              <a:prstGeom prst="rect">
                <a:avLst/>
              </a:prstGeom>
              <a:blipFill>
                <a:blip r:embed="rId18"/>
                <a:stretch>
                  <a:fillRect l="-23404" t="-5556" r="-21277" b="-444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A796EB9-A650-18AB-14FE-52904C63BD8C}"/>
                  </a:ext>
                </a:extLst>
              </p:cNvPr>
              <p:cNvSpPr txBox="1"/>
              <p:nvPr/>
            </p:nvSpPr>
            <p:spPr>
              <a:xfrm>
                <a:off x="6064630" y="5384341"/>
                <a:ext cx="290144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(4)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A796EB9-A650-18AB-14FE-52904C63B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630" y="5384341"/>
                <a:ext cx="290144" cy="215508"/>
              </a:xfrm>
              <a:prstGeom prst="rect">
                <a:avLst/>
              </a:prstGeom>
              <a:blipFill>
                <a:blip r:embed="rId19"/>
                <a:stretch>
                  <a:fillRect l="-23404" t="-5556" r="-21277" b="-444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BDD013B-D252-E6A7-E6F0-86B6C066AB10}"/>
                  </a:ext>
                </a:extLst>
              </p:cNvPr>
              <p:cNvSpPr txBox="1"/>
              <p:nvPr/>
            </p:nvSpPr>
            <p:spPr>
              <a:xfrm>
                <a:off x="6055387" y="6953112"/>
                <a:ext cx="290144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(5)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BDD013B-D252-E6A7-E6F0-86B6C066A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387" y="6953112"/>
                <a:ext cx="290144" cy="215508"/>
              </a:xfrm>
              <a:prstGeom prst="rect">
                <a:avLst/>
              </a:prstGeom>
              <a:blipFill>
                <a:blip r:embed="rId20"/>
                <a:stretch>
                  <a:fillRect l="-20833" t="-5714" r="-20833" b="-4571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14E8777-E768-5C1D-43E9-94B32865C3DA}"/>
                  </a:ext>
                </a:extLst>
              </p:cNvPr>
              <p:cNvSpPr txBox="1"/>
              <p:nvPr/>
            </p:nvSpPr>
            <p:spPr>
              <a:xfrm>
                <a:off x="6009207" y="7667722"/>
                <a:ext cx="379912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(6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14E8777-E768-5C1D-43E9-94B32865C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207" y="7667722"/>
                <a:ext cx="379912" cy="215508"/>
              </a:xfrm>
              <a:prstGeom prst="rect">
                <a:avLst/>
              </a:prstGeom>
              <a:blipFill>
                <a:blip r:embed="rId21"/>
                <a:stretch>
                  <a:fillRect l="-17742" t="-5714" r="-16129" b="-4571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3C32C9A-999A-7AA3-B239-C3C220B75F3C}"/>
                  </a:ext>
                </a:extLst>
              </p:cNvPr>
              <p:cNvSpPr txBox="1"/>
              <p:nvPr/>
            </p:nvSpPr>
            <p:spPr>
              <a:xfrm>
                <a:off x="11629000" y="2520336"/>
                <a:ext cx="290144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(7)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3C32C9A-999A-7AA3-B239-C3C220B75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9000" y="2520336"/>
                <a:ext cx="290144" cy="215508"/>
              </a:xfrm>
              <a:prstGeom prst="rect">
                <a:avLst/>
              </a:prstGeom>
              <a:blipFill>
                <a:blip r:embed="rId22"/>
                <a:stretch>
                  <a:fillRect l="-23404" t="-5556" r="-21277" b="-444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280F3362-F8AD-88FD-C963-E9101FCEC30B}"/>
              </a:ext>
            </a:extLst>
          </p:cNvPr>
          <p:cNvSpPr txBox="1"/>
          <p:nvPr/>
        </p:nvSpPr>
        <p:spPr>
          <a:xfrm>
            <a:off x="6411808" y="2933700"/>
            <a:ext cx="6590184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An example can be demonstrated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FC45BB4-ED04-9F3A-8BE5-D3952C3E20DA}"/>
                  </a:ext>
                </a:extLst>
              </p:cNvPr>
              <p:cNvSpPr txBox="1"/>
              <p:nvPr/>
            </p:nvSpPr>
            <p:spPr>
              <a:xfrm>
                <a:off x="7249629" y="3282299"/>
                <a:ext cx="3945183" cy="540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ID" sz="14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FC45BB4-ED04-9F3A-8BE5-D3952C3E2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629" y="3282299"/>
                <a:ext cx="3945183" cy="54066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11">
            <a:extLst>
              <a:ext uri="{FF2B5EF4-FFF2-40B4-BE49-F238E27FC236}">
                <a16:creationId xmlns:a16="http://schemas.microsoft.com/office/drawing/2014/main" id="{4B0AE6DE-5ADC-BFB0-B955-512F5B746180}"/>
              </a:ext>
            </a:extLst>
          </p:cNvPr>
          <p:cNvSpPr txBox="1"/>
          <p:nvPr/>
        </p:nvSpPr>
        <p:spPr>
          <a:xfrm>
            <a:off x="6413500" y="3828435"/>
            <a:ext cx="5680255" cy="840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Since this is too tedious to compute by hand. The numerical algorithm of the BFGS comes to the rescue. The BFGS is formulated commonly by the following iteration: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5B56299-A869-16DE-07D9-205DF651BF75}"/>
                  </a:ext>
                </a:extLst>
              </p:cNvPr>
              <p:cNvSpPr txBox="1"/>
              <p:nvPr/>
            </p:nvSpPr>
            <p:spPr>
              <a:xfrm>
                <a:off x="8275775" y="5217026"/>
                <a:ext cx="189288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D" sz="14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5B56299-A869-16DE-07D9-205DF651B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775" y="5217026"/>
                <a:ext cx="1892889" cy="215444"/>
              </a:xfrm>
              <a:prstGeom prst="rect">
                <a:avLst/>
              </a:prstGeom>
              <a:blipFill>
                <a:blip r:embed="rId24"/>
                <a:stretch>
                  <a:fillRect l="-1935" r="-2903" b="-342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60130D1-B2E4-1CCA-E4E7-E94219DD3D50}"/>
                  </a:ext>
                </a:extLst>
              </p:cNvPr>
              <p:cNvSpPr txBox="1"/>
              <p:nvPr/>
            </p:nvSpPr>
            <p:spPr>
              <a:xfrm>
                <a:off x="6640749" y="4604172"/>
                <a:ext cx="5680255" cy="583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42277" lvl="1" indent="-285750" algn="l">
                  <a:lnSpc>
                    <a:spcPts val="2029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Start with initial guess and Hessian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𝜃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𝐻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0</m:t>
                        </m:r>
                      </m:sub>
                    </m:sSub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=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𝐼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respectively where </a:t>
                </a:r>
                <a:r>
                  <a:rPr lang="en-US" sz="1280" i="1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I </a:t>
                </a: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is the identity matrix. At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p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28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iteration:</a:t>
                </a: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60130D1-B2E4-1CCA-E4E7-E94219DD3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749" y="4604172"/>
                <a:ext cx="5680255" cy="583942"/>
              </a:xfrm>
              <a:prstGeom prst="rect">
                <a:avLst/>
              </a:prstGeom>
              <a:blipFill>
                <a:blip r:embed="rId2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D0E512D7-CA2C-BAAE-0B55-1326DCCFC357}"/>
              </a:ext>
            </a:extLst>
          </p:cNvPr>
          <p:cNvSpPr txBox="1"/>
          <p:nvPr/>
        </p:nvSpPr>
        <p:spPr>
          <a:xfrm>
            <a:off x="6642100" y="5427674"/>
            <a:ext cx="5441754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2277" lvl="1" indent="-285750" algn="l">
              <a:lnSpc>
                <a:spcPts val="2029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Update via: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519FED7-553A-269D-FFCD-F9C70F4BFF0F}"/>
                  </a:ext>
                </a:extLst>
              </p:cNvPr>
              <p:cNvSpPr txBox="1"/>
              <p:nvPr/>
            </p:nvSpPr>
            <p:spPr>
              <a:xfrm>
                <a:off x="11629000" y="5194900"/>
                <a:ext cx="290144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(8)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519FED7-553A-269D-FFCD-F9C70F4BF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9000" y="5194900"/>
                <a:ext cx="290144" cy="215508"/>
              </a:xfrm>
              <a:prstGeom prst="rect">
                <a:avLst/>
              </a:prstGeom>
              <a:blipFill>
                <a:blip r:embed="rId26"/>
                <a:stretch>
                  <a:fillRect l="-23404" t="-5556" r="-21277" b="-444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1E10E44A-4296-7E57-B1A6-2CA65015A020}"/>
              </a:ext>
            </a:extLst>
          </p:cNvPr>
          <p:cNvGrpSpPr/>
          <p:nvPr/>
        </p:nvGrpSpPr>
        <p:grpSpPr>
          <a:xfrm>
            <a:off x="7259154" y="5658575"/>
            <a:ext cx="4731968" cy="958272"/>
            <a:chOff x="7385725" y="5780279"/>
            <a:chExt cx="4731968" cy="958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C6FB1B52-6785-DCE8-5C9E-9F98E6B741E5}"/>
                    </a:ext>
                  </a:extLst>
                </p:cNvPr>
                <p:cNvSpPr txBox="1"/>
                <p:nvPr/>
              </p:nvSpPr>
              <p:spPr>
                <a:xfrm>
                  <a:off x="7385725" y="5780279"/>
                  <a:ext cx="4116448" cy="6753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  ;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ID" sz="1400" dirty="0"/>
                </a:p>
                <a:p>
                  <a:endParaRPr lang="en-ID" sz="1400" dirty="0"/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C6FB1B52-6785-DCE8-5C9E-9F98E6B74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5725" y="5780279"/>
                  <a:ext cx="4116448" cy="675313"/>
                </a:xfrm>
                <a:prstGeom prst="rect">
                  <a:avLst/>
                </a:prstGeom>
                <a:blipFill>
                  <a:blip r:embed="rId27"/>
                  <a:stretch>
                    <a:fillRect l="-148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6F7BA9B3-9BCD-ECF3-C26C-79B30DC9162A}"/>
                </a:ext>
              </a:extLst>
            </p:cNvPr>
            <p:cNvSpPr txBox="1"/>
            <p:nvPr/>
          </p:nvSpPr>
          <p:spPr>
            <a:xfrm>
              <a:off x="9165490" y="6100920"/>
              <a:ext cx="6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ID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4F85E6E5-48C5-C04C-67DE-2EDEE1B47B83}"/>
                    </a:ext>
                  </a:extLst>
                </p:cNvPr>
                <p:cNvSpPr txBox="1"/>
                <p:nvPr/>
              </p:nvSpPr>
              <p:spPr>
                <a:xfrm>
                  <a:off x="11713141" y="5847188"/>
                  <a:ext cx="379912" cy="2155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smtClean="0">
                            <a:latin typeface="LM Roman 10" panose="00000500000000000000" pitchFamily="50" charset="0"/>
                          </a:rPr>
                          <m:t>(9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LM Roman 10" panose="00000500000000000000" pitchFamily="50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LM Roman 10" panose="00000500000000000000" pitchFamily="50" charset="0"/>
                          </a:rPr>
                          <m:t>)</m:t>
                        </m:r>
                      </m:oMath>
                    </m:oMathPara>
                  </a14:m>
                  <a:endParaRPr lang="en-ID" sz="1400" dirty="0">
                    <a:latin typeface="LM Roman 10" panose="00000500000000000000" pitchFamily="50" charset="0"/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4F85E6E5-48C5-C04C-67DE-2EDEE1B47B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13141" y="5847188"/>
                  <a:ext cx="379912" cy="215508"/>
                </a:xfrm>
                <a:prstGeom prst="rect">
                  <a:avLst/>
                </a:prstGeom>
                <a:blipFill>
                  <a:blip r:embed="rId28"/>
                  <a:stretch>
                    <a:fillRect l="-17742" t="-5556" r="-16129" b="-44444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99E124C-03C2-2278-A794-75F422130B53}"/>
                    </a:ext>
                  </a:extLst>
                </p:cNvPr>
                <p:cNvSpPr txBox="1"/>
                <p:nvPr/>
              </p:nvSpPr>
              <p:spPr>
                <a:xfrm>
                  <a:off x="11728164" y="6442355"/>
                  <a:ext cx="389529" cy="2155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400" b="0" i="0" smtClean="0">
                            <a:latin typeface="LM Roman 10" panose="00000500000000000000" pitchFamily="50" charset="0"/>
                          </a:rPr>
                          <m:t>(9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LM Roman 10" panose="00000500000000000000" pitchFamily="50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sz="1400" b="0" i="0" smtClean="0">
                            <a:latin typeface="LM Roman 10" panose="00000500000000000000" pitchFamily="50" charset="0"/>
                          </a:rPr>
                          <m:t>)</m:t>
                        </m:r>
                      </m:oMath>
                    </m:oMathPara>
                  </a14:m>
                  <a:endParaRPr lang="en-ID" sz="1400" dirty="0">
                    <a:latin typeface="LM Roman 10" panose="00000500000000000000" pitchFamily="50" charset="0"/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299E124C-03C2-2278-A794-75F422130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28164" y="6442355"/>
                  <a:ext cx="389529" cy="215508"/>
                </a:xfrm>
                <a:prstGeom prst="rect">
                  <a:avLst/>
                </a:prstGeom>
                <a:blipFill>
                  <a:blip r:embed="rId29"/>
                  <a:stretch>
                    <a:fillRect l="-15625" t="-5714" r="-15625" b="-45714"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6A6D598-5053-BC3B-536C-09D249D015A3}"/>
                    </a:ext>
                  </a:extLst>
                </p:cNvPr>
                <p:cNvSpPr txBox="1"/>
                <p:nvPr/>
              </p:nvSpPr>
              <p:spPr>
                <a:xfrm>
                  <a:off x="7611716" y="6378551"/>
                  <a:ext cx="3664465" cy="360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ID" sz="1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6A6D598-5053-BC3B-536C-09D249D01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1716" y="6378551"/>
                  <a:ext cx="3664465" cy="360000"/>
                </a:xfrm>
                <a:prstGeom prst="rect">
                  <a:avLst/>
                </a:prstGeom>
                <a:blipFill>
                  <a:blip r:embed="rId30"/>
                  <a:stretch>
                    <a:fillRect l="-49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94614B-05FF-455E-47F5-E623B434722D}"/>
                  </a:ext>
                </a:extLst>
              </p:cNvPr>
              <p:cNvSpPr txBox="1"/>
              <p:nvPr/>
            </p:nvSpPr>
            <p:spPr>
              <a:xfrm>
                <a:off x="493069" y="5455429"/>
                <a:ext cx="5504920" cy="465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den>
                          </m:f>
                          <m:nary>
                            <m:nary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nary>
                                <m:nary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nary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400" b="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94614B-05FF-455E-47F5-E623B4347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69" y="5455429"/>
                <a:ext cx="5504920" cy="465961"/>
              </a:xfrm>
              <a:prstGeom prst="rect">
                <a:avLst/>
              </a:prstGeom>
              <a:blipFill>
                <a:blip r:embed="rId31"/>
                <a:stretch>
                  <a:fillRect l="-12735" t="-193421" b="-27894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B7D0591-AC86-DA28-C5E3-BB3D21ACA3BF}"/>
                  </a:ext>
                </a:extLst>
              </p:cNvPr>
              <p:cNvSpPr txBox="1"/>
              <p:nvPr/>
            </p:nvSpPr>
            <p:spPr>
              <a:xfrm>
                <a:off x="2384282" y="5989983"/>
                <a:ext cx="1961973" cy="46480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1400" b="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B7D0591-AC86-DA28-C5E3-BB3D21ACA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282" y="5989983"/>
                <a:ext cx="1961973" cy="464807"/>
              </a:xfrm>
              <a:prstGeom prst="rect">
                <a:avLst/>
              </a:prstGeom>
              <a:blipFill>
                <a:blip r:embed="rId32"/>
                <a:stretch>
                  <a:fillRect l="-27160" t="-187179" b="-2705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F749F9C8-E7BE-3AF4-9FB4-8EC3F3338105}"/>
              </a:ext>
            </a:extLst>
          </p:cNvPr>
          <p:cNvSpPr txBox="1"/>
          <p:nvPr/>
        </p:nvSpPr>
        <p:spPr>
          <a:xfrm>
            <a:off x="6441019" y="6611154"/>
            <a:ext cx="5680255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matrix is positive definite. To show this: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8184C8E-383E-4AFA-12BA-69CFA0B74FD0}"/>
                  </a:ext>
                </a:extLst>
              </p:cNvPr>
              <p:cNvSpPr txBox="1"/>
              <p:nvPr/>
            </p:nvSpPr>
            <p:spPr>
              <a:xfrm>
                <a:off x="7917326" y="6931388"/>
                <a:ext cx="1275221" cy="224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ID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8184C8E-383E-4AFA-12BA-69CFA0B74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326" y="6931388"/>
                <a:ext cx="1275221" cy="224036"/>
              </a:xfrm>
              <a:prstGeom prst="rect">
                <a:avLst/>
              </a:prstGeom>
              <a:blipFill>
                <a:blip r:embed="rId33"/>
                <a:stretch>
                  <a:fillRect l="-2871" b="-2432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97130AA1-50D1-856D-067B-2F24E8A6F59C}"/>
              </a:ext>
            </a:extLst>
          </p:cNvPr>
          <p:cNvSpPr txBox="1"/>
          <p:nvPr/>
        </p:nvSpPr>
        <p:spPr>
          <a:xfrm>
            <a:off x="6642105" y="6851605"/>
            <a:ext cx="1275221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2277" lvl="1" indent="-285750" algn="l">
              <a:lnSpc>
                <a:spcPts val="2029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We let  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61EB63-26FF-73DE-9F88-1FC05F1736E1}"/>
              </a:ext>
            </a:extLst>
          </p:cNvPr>
          <p:cNvSpPr txBox="1"/>
          <p:nvPr/>
        </p:nvSpPr>
        <p:spPr>
          <a:xfrm>
            <a:off x="6642105" y="7126404"/>
            <a:ext cx="2236149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2277" lvl="1" indent="-285750" algn="l">
              <a:lnSpc>
                <a:spcPts val="2029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So, equation (9b) is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35512C2-75AD-7E43-6075-3CB358908B24}"/>
                  </a:ext>
                </a:extLst>
              </p:cNvPr>
              <p:cNvSpPr txBox="1"/>
              <p:nvPr/>
            </p:nvSpPr>
            <p:spPr>
              <a:xfrm>
                <a:off x="8744833" y="7218020"/>
                <a:ext cx="1949316" cy="224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ID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35512C2-75AD-7E43-6075-3CB358908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4833" y="7218020"/>
                <a:ext cx="1949316" cy="224036"/>
              </a:xfrm>
              <a:prstGeom prst="rect">
                <a:avLst/>
              </a:prstGeom>
              <a:blipFill>
                <a:blip r:embed="rId34"/>
                <a:stretch>
                  <a:fillRect l="-1567" r="-313" b="-2432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A2AB7D6-73A6-6FAB-C8CC-F6DF3486A692}"/>
                  </a:ext>
                </a:extLst>
              </p:cNvPr>
              <p:cNvSpPr txBox="1"/>
              <p:nvPr/>
            </p:nvSpPr>
            <p:spPr>
              <a:xfrm>
                <a:off x="6628965" y="7449354"/>
                <a:ext cx="5632888" cy="326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42277" lvl="1" indent="-285750" algn="l">
                  <a:lnSpc>
                    <a:spcPts val="2029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Basically, </a:t>
                </a:r>
                <a14:m>
                  <m:oMath xmlns:m="http://schemas.openxmlformats.org/officeDocument/2006/math"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𝑉</m:t>
                    </m:r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𝐻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p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𝑉</m:t>
                        </m:r>
                      </m:e>
                      <m:sup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is symmetric positive semi-definite because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 </m:t>
                        </m:r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𝐻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</m:sSub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≻0</m:t>
                    </m:r>
                  </m:oMath>
                </a14:m>
                <a:endParaRPr lang="en-US" sz="1280" dirty="0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A2AB7D6-73A6-6FAB-C8CC-F6DF3486A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965" y="7449354"/>
                <a:ext cx="5632888" cy="326243"/>
              </a:xfrm>
              <a:prstGeom prst="rect">
                <a:avLst/>
              </a:prstGeom>
              <a:blipFill>
                <a:blip r:embed="rId35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866D16-3F67-C8C7-A60B-B13D6BB65BA9}"/>
                  </a:ext>
                </a:extLst>
              </p:cNvPr>
              <p:cNvSpPr txBox="1"/>
              <p:nvPr/>
            </p:nvSpPr>
            <p:spPr>
              <a:xfrm>
                <a:off x="6622615" y="7761758"/>
                <a:ext cx="5632888" cy="605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42277" lvl="1" indent="-285750" algn="l">
                  <a:lnSpc>
                    <a:spcPts val="2029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Also,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𝜌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𝑠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Sup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𝑠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  <m:sup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is positive semidefinite and adds positive curvature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𝑠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and for </a:t>
                </a:r>
                <a14:m>
                  <m:oMath xmlns:m="http://schemas.openxmlformats.org/officeDocument/2006/math"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∀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𝑧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≠0, </m:t>
                    </m:r>
                    <m:sSup>
                      <m:sSup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p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𝑧</m:t>
                        </m:r>
                      </m:e>
                      <m:sup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𝐻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+1</m:t>
                        </m:r>
                      </m:sub>
                    </m:sSub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𝑧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=</m:t>
                    </m:r>
                    <m:sSup>
                      <m:sSup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8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</m:ctrlPr>
                          </m:dPr>
                          <m:e>
                            <m:r>
                              <a:rPr lang="en-US" sz="128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𝑉𝑧</m:t>
                            </m:r>
                          </m:e>
                        </m:d>
                      </m:e>
                      <m:sup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𝐻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d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𝑉𝑧</m:t>
                        </m:r>
                      </m:e>
                    </m:d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+</m:t>
                    </m:r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𝜌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8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28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ew Standard"/>
                                    <a:cs typeface="New Standard"/>
                                    <a:sym typeface="New Standard"/>
                                  </a:rPr>
                                </m:ctrlPr>
                              </m:sSubSupPr>
                              <m:e>
                                <m:r>
                                  <a:rPr lang="en-US" sz="128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ew Standard"/>
                                    <a:cs typeface="New Standard"/>
                                    <a:sym typeface="New Standard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8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ew Standard"/>
                                    <a:cs typeface="New Standard"/>
                                    <a:sym typeface="New Standard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28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ew Standard"/>
                                    <a:cs typeface="New Standard"/>
                                    <a:sym typeface="New Standard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sz="128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𝑧</m:t>
                            </m:r>
                          </m:e>
                        </m:d>
                      </m:e>
                      <m:sup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2</m:t>
                        </m:r>
                      </m:sup>
                    </m:sSup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≥0 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866D16-3F67-C8C7-A60B-B13D6BB65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615" y="7761758"/>
                <a:ext cx="5632888" cy="605294"/>
              </a:xfrm>
              <a:prstGeom prst="rect">
                <a:avLst/>
              </a:prstGeom>
              <a:blipFill>
                <a:blip r:embed="rId36"/>
                <a:stretch>
                  <a:fillRect r="-866" b="-6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Freeform 36">
            <a:extLst>
              <a:ext uri="{FF2B5EF4-FFF2-40B4-BE49-F238E27FC236}">
                <a16:creationId xmlns:a16="http://schemas.microsoft.com/office/drawing/2014/main" id="{76C8112B-534C-FB4F-FEB3-D93EB7BF09F6}"/>
              </a:ext>
            </a:extLst>
          </p:cNvPr>
          <p:cNvSpPr>
            <a:spLocks/>
          </p:cNvSpPr>
          <p:nvPr/>
        </p:nvSpPr>
        <p:spPr>
          <a:xfrm>
            <a:off x="12422707" y="1938474"/>
            <a:ext cx="5712893" cy="4500425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en-ID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CED9309-4988-E373-4744-9092CB827F24}"/>
              </a:ext>
            </a:extLst>
          </p:cNvPr>
          <p:cNvSpPr txBox="1"/>
          <p:nvPr/>
        </p:nvSpPr>
        <p:spPr>
          <a:xfrm>
            <a:off x="105661" y="8002097"/>
            <a:ext cx="5942287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Or in exponential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7FCB2ED-44E1-7EAB-9EAF-C2B805EF31F9}"/>
                  </a:ext>
                </a:extLst>
              </p:cNvPr>
              <p:cNvSpPr txBox="1"/>
              <p:nvPr/>
            </p:nvSpPr>
            <p:spPr>
              <a:xfrm>
                <a:off x="601712" y="8275951"/>
                <a:ext cx="5287634" cy="5881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400" dirty="0">
                              <a:latin typeface="Cascadia Mono Light" panose="020B0609020000020004" pitchFamily="49" charset="0"/>
                              <a:cs typeface="Cascadia Mono Light" panose="020B0609020000020004" pitchFamily="49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1400" dirty="0">
                  <a:latin typeface="Cascadia Mono Light" panose="020B0609020000020004" pitchFamily="49" charset="0"/>
                  <a:cs typeface="Cascadia Mono Light" panose="020B0609020000020004" pitchFamily="49" charset="0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7FCB2ED-44E1-7EAB-9EAF-C2B805EF3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12" y="8275951"/>
                <a:ext cx="5287634" cy="58817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48DB710-7311-9FA3-5041-BB5B9810FE29}"/>
                  </a:ext>
                </a:extLst>
              </p:cNvPr>
              <p:cNvSpPr txBox="1"/>
              <p:nvPr/>
            </p:nvSpPr>
            <p:spPr>
              <a:xfrm>
                <a:off x="5995790" y="8389234"/>
                <a:ext cx="389530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(6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48DB710-7311-9FA3-5041-BB5B9810F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790" y="8389234"/>
                <a:ext cx="389530" cy="215508"/>
              </a:xfrm>
              <a:prstGeom prst="rect">
                <a:avLst/>
              </a:prstGeom>
              <a:blipFill>
                <a:blip r:embed="rId38"/>
                <a:stretch>
                  <a:fillRect l="-17460" t="-5556" r="-15873" b="-444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26CBC92-2D57-97BE-ACA4-799CCA5BA96C}"/>
                  </a:ext>
                </a:extLst>
              </p:cNvPr>
              <p:cNvSpPr txBox="1"/>
              <p:nvPr/>
            </p:nvSpPr>
            <p:spPr>
              <a:xfrm>
                <a:off x="6576251" y="8303567"/>
                <a:ext cx="5632888" cy="840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42277" lvl="1" indent="-285750" algn="l">
                  <a:lnSpc>
                    <a:spcPts val="2029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So, if </a:t>
                </a:r>
                <a14:m>
                  <m:oMath xmlns:m="http://schemas.openxmlformats.org/officeDocument/2006/math"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𝑧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≠0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, we can show this is strictly positive since either </a:t>
                </a:r>
                <a14:m>
                  <m:oMath xmlns:m="http://schemas.openxmlformats.org/officeDocument/2006/math"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𝑉𝑧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≠0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(the 1</a:t>
                </a:r>
                <a:r>
                  <a:rPr lang="en-US" sz="1280" baseline="30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st</a:t>
                </a: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term &gt;0)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Sup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𝑠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  <m:sup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𝑇</m:t>
                        </m:r>
                      </m:sup>
                    </m:sSubSup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𝑧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≠0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 (the 2</a:t>
                </a:r>
                <a:r>
                  <a:rPr lang="en-US" sz="1280" baseline="3000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nd</a:t>
                </a: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term&gt;0).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Sup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𝑦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  <m:sup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𝑠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</m:sub>
                    </m:sSub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&gt;0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this yields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𝐻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𝑘</m:t>
                        </m:r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+1</m:t>
                        </m:r>
                      </m:sub>
                    </m:sSub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≻0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. Thus, positive definiteness is preserved</a:t>
                </a: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26CBC92-2D57-97BE-ACA4-799CCA5BA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251" y="8303567"/>
                <a:ext cx="5632888" cy="840423"/>
              </a:xfrm>
              <a:prstGeom prst="rect">
                <a:avLst/>
              </a:prstGeom>
              <a:blipFill>
                <a:blip r:embed="rId39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8" name="Picture 127">
            <a:extLst>
              <a:ext uri="{FF2B5EF4-FFF2-40B4-BE49-F238E27FC236}">
                <a16:creationId xmlns:a16="http://schemas.microsoft.com/office/drawing/2014/main" id="{1AAC3161-125A-7006-5ED9-8F2C412A2133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6090347" y="89595"/>
            <a:ext cx="2054530" cy="707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D279F6B-9BCC-58DF-4BEF-402A4F812C24}"/>
                  </a:ext>
                </a:extLst>
              </p:cNvPr>
              <p:cNvSpPr txBox="1"/>
              <p:nvPr/>
            </p:nvSpPr>
            <p:spPr>
              <a:xfrm>
                <a:off x="12320376" y="3509867"/>
                <a:ext cx="5655748" cy="583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13053" lvl="1" indent="-156526" algn="l">
                  <a:lnSpc>
                    <a:spcPts val="2029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The algorithm typically run by R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𝑥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0</m:t>
                        </m:r>
                      </m:sub>
                    </m:sSub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 , </m:t>
                    </m:r>
                    <m:sSub>
                      <m:sSubPr>
                        <m:ctrlP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sSubPr>
                      <m:e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𝐻</m:t>
                        </m:r>
                      </m:e>
                      <m:sub>
                        <m:r>
                          <a:rPr lang="en-US" sz="128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0</m:t>
                        </m:r>
                      </m:sub>
                    </m:sSub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=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𝐼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 and repeating for </a:t>
                </a:r>
                <a14:m>
                  <m:oMath xmlns:m="http://schemas.openxmlformats.org/officeDocument/2006/math"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𝑘</m:t>
                    </m:r>
                    <m:r>
                      <a:rPr lang="en-US" sz="128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=0,1,2,…</m:t>
                    </m:r>
                  </m:oMath>
                </a14:m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:</a:t>
                </a: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D279F6B-9BCC-58DF-4BEF-402A4F812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0376" y="3509867"/>
                <a:ext cx="5655748" cy="583558"/>
              </a:xfrm>
              <a:prstGeom prst="rect">
                <a:avLst/>
              </a:prstGeom>
              <a:blipFill>
                <a:blip r:embed="rId41"/>
                <a:stretch>
                  <a:fillRect b="-947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1" name="Group 36">
            <a:extLst>
              <a:ext uri="{FF2B5EF4-FFF2-40B4-BE49-F238E27FC236}">
                <a16:creationId xmlns:a16="http://schemas.microsoft.com/office/drawing/2014/main" id="{F4A04B95-9429-8523-BBA4-AE2D38C80FAF}"/>
              </a:ext>
            </a:extLst>
          </p:cNvPr>
          <p:cNvGrpSpPr/>
          <p:nvPr/>
        </p:nvGrpSpPr>
        <p:grpSpPr>
          <a:xfrm>
            <a:off x="1917469" y="1323124"/>
            <a:ext cx="2810946" cy="659515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1F049F28-8D67-2F4E-2424-33BFA2B42ED5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38">
                  <a:extLst>
                    <a:ext uri="{FF2B5EF4-FFF2-40B4-BE49-F238E27FC236}">
                      <a16:creationId xmlns:a16="http://schemas.microsoft.com/office/drawing/2014/main" id="{EBDAFA6D-CD0D-6F5C-89EC-5D75AD7728E7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928317" cy="235130"/>
                </a:xfrm>
                <a:prstGeom prst="roundRect">
                  <a:avLst/>
                </a:prstGeom>
                <a:grpFill/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lIns="50800" tIns="50800" rIns="50800" bIns="5080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5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2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∏"/>
                            <m:ctrlP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25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25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25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125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5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5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25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125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  <m:r>
                              <a:rPr lang="en-US" sz="125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25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25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sz="125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sz="1250" dirty="0">
                                <a:solidFill>
                                  <a:schemeClr val="bg1"/>
                                </a:solidFill>
                                <a:latin typeface="Cascadia Mono Light" panose="020B0609020000020004" pitchFamily="49" charset="0"/>
                                <a:cs typeface="Cascadia Mono Light" panose="020B0609020000020004" pitchFamily="49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sz="1250" dirty="0">
                    <a:solidFill>
                      <a:schemeClr val="bg1"/>
                    </a:solidFill>
                    <a:latin typeface="Cascadia Mono Light" panose="020B0609020000020004" pitchFamily="49" charset="0"/>
                    <a:cs typeface="Cascadia Mono Light" panose="020B0609020000020004" pitchFamily="49" charset="0"/>
                  </a:endParaRPr>
                </a:p>
              </p:txBody>
            </p:sp>
          </mc:Choice>
          <mc:Fallback xmlns="">
            <p:sp>
              <p:nvSpPr>
                <p:cNvPr id="143" name="TextBox 38">
                  <a:extLst>
                    <a:ext uri="{FF2B5EF4-FFF2-40B4-BE49-F238E27FC236}">
                      <a16:creationId xmlns:a16="http://schemas.microsoft.com/office/drawing/2014/main" id="{EBDAFA6D-CD0D-6F5C-89EC-5D75AD7728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38100"/>
                  <a:ext cx="928317" cy="235130"/>
                </a:xfrm>
                <a:prstGeom prst="round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E0ECD2C-4980-512A-E9D9-134DA29749EC}"/>
              </a:ext>
            </a:extLst>
          </p:cNvPr>
          <p:cNvSpPr/>
          <p:nvPr/>
        </p:nvSpPr>
        <p:spPr>
          <a:xfrm>
            <a:off x="1363705" y="1518545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1.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D51896C-A115-D4AB-94FE-9D275D5FF4C4}"/>
              </a:ext>
            </a:extLst>
          </p:cNvPr>
          <p:cNvSpPr/>
          <p:nvPr/>
        </p:nvSpPr>
        <p:spPr>
          <a:xfrm>
            <a:off x="7107385" y="1519902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2.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1D49B0A-5504-A69B-2235-5E93C2AAFB04}"/>
              </a:ext>
            </a:extLst>
          </p:cNvPr>
          <p:cNvSpPr/>
          <p:nvPr/>
        </p:nvSpPr>
        <p:spPr>
          <a:xfrm>
            <a:off x="13487400" y="1520788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3.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E72EC-A0AE-8019-B998-592896D13A3A}"/>
              </a:ext>
            </a:extLst>
          </p:cNvPr>
          <p:cNvSpPr txBox="1"/>
          <p:nvPr/>
        </p:nvSpPr>
        <p:spPr>
          <a:xfrm>
            <a:off x="12321004" y="2064480"/>
            <a:ext cx="5463973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implementations used is:</a:t>
            </a:r>
          </a:p>
        </p:txBody>
      </p:sp>
      <p:grpSp>
        <p:nvGrpSpPr>
          <p:cNvPr id="6" name="Group 36">
            <a:extLst>
              <a:ext uri="{FF2B5EF4-FFF2-40B4-BE49-F238E27FC236}">
                <a16:creationId xmlns:a16="http://schemas.microsoft.com/office/drawing/2014/main" id="{8E2C20A0-3EB5-C4EA-F94E-2B067003C762}"/>
              </a:ext>
            </a:extLst>
          </p:cNvPr>
          <p:cNvGrpSpPr/>
          <p:nvPr/>
        </p:nvGrpSpPr>
        <p:grpSpPr>
          <a:xfrm>
            <a:off x="7649782" y="1406345"/>
            <a:ext cx="3438595" cy="555353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7" name="Freeform 37">
              <a:extLst>
                <a:ext uri="{FF2B5EF4-FFF2-40B4-BE49-F238E27FC236}">
                  <a16:creationId xmlns:a16="http://schemas.microsoft.com/office/drawing/2014/main" id="{A15D3557-F8CE-E551-6B26-2D67A66C39F8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sz="125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38">
                  <a:extLst>
                    <a:ext uri="{FF2B5EF4-FFF2-40B4-BE49-F238E27FC236}">
                      <a16:creationId xmlns:a16="http://schemas.microsoft.com/office/drawing/2014/main" id="{CB87114C-C363-7BDE-81EA-EBE3D7A301B9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928317" cy="235130"/>
                </a:xfrm>
                <a:prstGeom prst="roundRect">
                  <a:avLst/>
                </a:prstGeom>
                <a:grpFill/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lIns="50800" tIns="50800" rIns="50800" bIns="5080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5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25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sSub>
                          <m:sSubPr>
                            <m:ctrlP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25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  <m:r>
                          <a:rPr lang="en-US" sz="125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25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ID" sz="12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38">
                  <a:extLst>
                    <a:ext uri="{FF2B5EF4-FFF2-40B4-BE49-F238E27FC236}">
                      <a16:creationId xmlns:a16="http://schemas.microsoft.com/office/drawing/2014/main" id="{CB87114C-C363-7BDE-81EA-EBE3D7A30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38100"/>
                  <a:ext cx="928317" cy="235130"/>
                </a:xfrm>
                <a:prstGeom prst="round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40A3FDD-3391-CB21-EA5A-EBA402A7C50A}"/>
              </a:ext>
            </a:extLst>
          </p:cNvPr>
          <p:cNvSpPr txBox="1"/>
          <p:nvPr/>
        </p:nvSpPr>
        <p:spPr>
          <a:xfrm>
            <a:off x="1375043" y="1035030"/>
            <a:ext cx="3730357" cy="315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The Skew-Symmetric Distribution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6A4C54-4164-0697-0969-A5C03C1EEA9A}"/>
              </a:ext>
            </a:extLst>
          </p:cNvPr>
          <p:cNvSpPr txBox="1"/>
          <p:nvPr/>
        </p:nvSpPr>
        <p:spPr>
          <a:xfrm>
            <a:off x="8498752" y="1074507"/>
            <a:ext cx="1564788" cy="315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The Hessian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458D53-1094-17DE-F3B6-6E3792A2D557}"/>
                  </a:ext>
                </a:extLst>
              </p:cNvPr>
              <p:cNvSpPr txBox="1"/>
              <p:nvPr/>
            </p:nvSpPr>
            <p:spPr>
              <a:xfrm>
                <a:off x="13114880" y="2372354"/>
                <a:ext cx="3942767" cy="3971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ID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458D53-1094-17DE-F3B6-6E3792A2D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4880" y="2372354"/>
                <a:ext cx="3942767" cy="397160"/>
              </a:xfrm>
              <a:prstGeom prst="rect">
                <a:avLst/>
              </a:prstGeom>
              <a:blipFill>
                <a:blip r:embed="rId44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5959D4-783E-91F7-6368-BDA9263D92BF}"/>
                  </a:ext>
                </a:extLst>
              </p:cNvPr>
              <p:cNvSpPr txBox="1"/>
              <p:nvPr/>
            </p:nvSpPr>
            <p:spPr>
              <a:xfrm>
                <a:off x="17639905" y="2456686"/>
                <a:ext cx="469680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(10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5959D4-783E-91F7-6368-BDA9263D9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9905" y="2456686"/>
                <a:ext cx="469680" cy="215508"/>
              </a:xfrm>
              <a:prstGeom prst="rect">
                <a:avLst/>
              </a:prstGeom>
              <a:blipFill>
                <a:blip r:embed="rId45"/>
                <a:stretch>
                  <a:fillRect l="-14286" t="-5714" r="-12987" b="-4571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C4540856-5070-2620-1346-95AE94C6DE0E}"/>
              </a:ext>
            </a:extLst>
          </p:cNvPr>
          <p:cNvSpPr txBox="1"/>
          <p:nvPr/>
        </p:nvSpPr>
        <p:spPr>
          <a:xfrm>
            <a:off x="12555766" y="6058655"/>
            <a:ext cx="5349432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6527" lvl="1" algn="l">
              <a:lnSpc>
                <a:spcPts val="202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*see: </a:t>
            </a:r>
            <a:r>
              <a:rPr lang="en-US" sz="1200" dirty="0" err="1">
                <a:latin typeface="New Standard" panose="020B0604020202020204" charset="0"/>
                <a:ea typeface="New Standard" panose="020B0604020202020204" charset="0"/>
              </a:rPr>
              <a:t>Nocedal</a:t>
            </a:r>
            <a:r>
              <a:rPr lang="en-US" sz="1200" dirty="0">
                <a:latin typeface="New Standard" panose="020B0604020202020204" charset="0"/>
                <a:ea typeface="New Standard" panose="020B0604020202020204" charset="0"/>
              </a:rPr>
              <a:t> &amp; Wright(2000), </a:t>
            </a:r>
            <a:r>
              <a:rPr lang="en-US" sz="1200" i="1" dirty="0">
                <a:latin typeface="New Standard" panose="020B0604020202020204" charset="0"/>
                <a:ea typeface="New Standard" panose="020B0604020202020204" charset="0"/>
              </a:rPr>
              <a:t>Numerical Optimization</a:t>
            </a:r>
            <a:r>
              <a:rPr lang="en-US" sz="1200" dirty="0">
                <a:latin typeface="New Standard" panose="020B0604020202020204" charset="0"/>
                <a:ea typeface="New Standard" panose="020B0604020202020204" charset="0"/>
              </a:rPr>
              <a:t>, Ch. 6; p.139-141</a:t>
            </a: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AE2140-552A-DA39-8F53-11B15254080A}"/>
              </a:ext>
            </a:extLst>
          </p:cNvPr>
          <p:cNvSpPr txBox="1"/>
          <p:nvPr/>
        </p:nvSpPr>
        <p:spPr>
          <a:xfrm>
            <a:off x="12327966" y="2792583"/>
            <a:ext cx="5463973" cy="32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3053" lvl="1" indent="-156526" algn="l">
              <a:lnSpc>
                <a:spcPts val="2029"/>
              </a:lnSpc>
              <a:spcBef>
                <a:spcPct val="0"/>
              </a:spcBef>
              <a:buFont typeface="Arial"/>
              <a:buChar char="•"/>
            </a:pPr>
            <a:r>
              <a:rPr lang="en-US" sz="128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implementations used is the inverse Hessian: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944C65-7769-3F18-4870-AE6607F53E92}"/>
              </a:ext>
            </a:extLst>
          </p:cNvPr>
          <p:cNvSpPr txBox="1"/>
          <p:nvPr/>
        </p:nvSpPr>
        <p:spPr>
          <a:xfrm>
            <a:off x="14554200" y="1125984"/>
            <a:ext cx="2438400" cy="315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The BFGS Algorithm</a:t>
            </a:r>
          </a:p>
        </p:txBody>
      </p:sp>
      <p:grpSp>
        <p:nvGrpSpPr>
          <p:cNvPr id="41" name="Group 36">
            <a:extLst>
              <a:ext uri="{FF2B5EF4-FFF2-40B4-BE49-F238E27FC236}">
                <a16:creationId xmlns:a16="http://schemas.microsoft.com/office/drawing/2014/main" id="{54E89F02-E0CA-3C43-18A0-9C8DE8A8663A}"/>
              </a:ext>
            </a:extLst>
          </p:cNvPr>
          <p:cNvGrpSpPr/>
          <p:nvPr/>
        </p:nvGrpSpPr>
        <p:grpSpPr>
          <a:xfrm>
            <a:off x="14011205" y="1501759"/>
            <a:ext cx="3438595" cy="555353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B6CB01F9-3B80-EF3D-5262-70DA3334328C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sz="125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38">
                  <a:extLst>
                    <a:ext uri="{FF2B5EF4-FFF2-40B4-BE49-F238E27FC236}">
                      <a16:creationId xmlns:a16="http://schemas.microsoft.com/office/drawing/2014/main" id="{DEF2C1A5-159E-836F-5F7F-1813A80D29B1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928317" cy="235130"/>
                </a:xfrm>
                <a:prstGeom prst="roundRect">
                  <a:avLst/>
                </a:prstGeom>
                <a:grpFill/>
              </p:spPr>
              <p:style>
                <a:lnRef idx="3">
                  <a:schemeClr val="lt1"/>
                </a:lnRef>
                <a:fillRef idx="1">
                  <a:schemeClr val="accent6"/>
                </a:fillRef>
                <a:effectRef idx="1">
                  <a:schemeClr val="accent6"/>
                </a:effectRef>
                <a:fontRef idx="minor">
                  <a:schemeClr val="lt1"/>
                </a:fontRef>
              </p:style>
              <p:txBody>
                <a:bodyPr lIns="50800" tIns="50800" rIns="50800" bIns="50800"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en-US" sz="125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5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  <m:sSub>
                              <m:sSubPr>
                                <m:ctrlP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25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sz="12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2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25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US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𝑘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=−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∇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48" name="TextBox 38">
                  <a:extLst>
                    <a:ext uri="{FF2B5EF4-FFF2-40B4-BE49-F238E27FC236}">
                      <a16:creationId xmlns:a16="http://schemas.microsoft.com/office/drawing/2014/main" id="{DEF2C1A5-159E-836F-5F7F-1813A80D29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38100"/>
                  <a:ext cx="928317" cy="235130"/>
                </a:xfrm>
                <a:prstGeom prst="round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ABA197D-6D33-991B-992E-A3F46C5245A3}"/>
              </a:ext>
            </a:extLst>
          </p:cNvPr>
          <p:cNvSpPr txBox="1"/>
          <p:nvPr/>
        </p:nvSpPr>
        <p:spPr>
          <a:xfrm>
            <a:off x="8734425" y="461327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CDB27E3-4625-252E-6000-DE7378B08864}"/>
                  </a:ext>
                </a:extLst>
              </p:cNvPr>
              <p:cNvSpPr txBox="1"/>
              <p:nvPr/>
            </p:nvSpPr>
            <p:spPr>
              <a:xfrm>
                <a:off x="13445667" y="3112707"/>
                <a:ext cx="3442674" cy="397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+1 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D" sz="1400" dirty="0"/>
                  <a:t> 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CDB27E3-4625-252E-6000-DE7378B08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5667" y="3112707"/>
                <a:ext cx="3442674" cy="397160"/>
              </a:xfrm>
              <a:prstGeom prst="rect">
                <a:avLst/>
              </a:prstGeom>
              <a:blipFill>
                <a:blip r:embed="rId47"/>
                <a:stretch>
                  <a:fillRect l="-1773" b="-1076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070F500-A489-B336-D13A-5EF6995FE1FE}"/>
                  </a:ext>
                </a:extLst>
              </p:cNvPr>
              <p:cNvSpPr txBox="1"/>
              <p:nvPr/>
            </p:nvSpPr>
            <p:spPr>
              <a:xfrm>
                <a:off x="17639905" y="3166200"/>
                <a:ext cx="479298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(10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LM Roman 10" panose="00000500000000000000" pitchFamily="50" charset="0"/>
                        </a:rPr>
                        <m:t>)</m:t>
                      </m:r>
                    </m:oMath>
                  </m:oMathPara>
                </a14:m>
                <a:endParaRPr lang="en-ID" sz="1400" dirty="0">
                  <a:latin typeface="LM Roman 10" panose="00000500000000000000" pitchFamily="50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070F500-A489-B336-D13A-5EF6995FE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9905" y="3166200"/>
                <a:ext cx="479298" cy="215508"/>
              </a:xfrm>
              <a:prstGeom prst="rect">
                <a:avLst/>
              </a:prstGeom>
              <a:blipFill>
                <a:blip r:embed="rId48"/>
                <a:stretch>
                  <a:fillRect l="-14103" t="-5556" r="-12821" b="-444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8" name="Picture 67" descr="A screenshot of a graph&#10;&#10;AI-generated content may be incorrect.">
            <a:extLst>
              <a:ext uri="{FF2B5EF4-FFF2-40B4-BE49-F238E27FC236}">
                <a16:creationId xmlns:a16="http://schemas.microsoft.com/office/drawing/2014/main" id="{8CB22A90-ADF3-1418-860B-0D4FC00059C5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3"/>
          <a:stretch>
            <a:fillRect/>
          </a:stretch>
        </p:blipFill>
        <p:spPr>
          <a:xfrm>
            <a:off x="12372689" y="6771091"/>
            <a:ext cx="2813026" cy="27824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31ECAB5B-30EF-5105-C841-DB4DC9698982}"/>
              </a:ext>
            </a:extLst>
          </p:cNvPr>
          <p:cNvSpPr txBox="1"/>
          <p:nvPr/>
        </p:nvSpPr>
        <p:spPr>
          <a:xfrm>
            <a:off x="12851443" y="6438900"/>
            <a:ext cx="1778957" cy="30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Log-Likelihood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16585A-C7E4-2F3C-9A27-920EB9162B75}"/>
                  </a:ext>
                </a:extLst>
              </p:cNvPr>
              <p:cNvSpPr txBox="1"/>
              <p:nvPr/>
            </p:nvSpPr>
            <p:spPr>
              <a:xfrm>
                <a:off x="15075421" y="6485054"/>
                <a:ext cx="3155429" cy="3152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13053" lvl="1" indent="-156526">
                  <a:lnSpc>
                    <a:spcPts val="2029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280" dirty="0">
                    <a:solidFill>
                      <a:srgbClr val="000000"/>
                    </a:solidFill>
                    <a:latin typeface="New Standard"/>
                    <a:ea typeface="New Standard"/>
                    <a:cs typeface="New Standard"/>
                    <a:sym typeface="New Standard"/>
                  </a:rPr>
                  <a:t>The plot is plotting:</a:t>
                </a:r>
                <a:r>
                  <a:rPr lang="en-US" sz="1400" i="1" dirty="0">
                    <a:latin typeface="Cambria Math" panose="02040503050406030204" pitchFamily="18" charset="0"/>
                    <a:sym typeface="New Standard"/>
                  </a:rPr>
                  <a:t> </a:t>
                </a:r>
              </a:p>
              <a:p>
                <a:pPr marL="313053" lvl="1" indent="-156526">
                  <a:lnSpc>
                    <a:spcPts val="2029"/>
                  </a:lnSpc>
                  <a:spcBef>
                    <a:spcPct val="0"/>
                  </a:spcBef>
                  <a:buFont typeface="Arial"/>
                  <a:buChar char="•"/>
                </a:pPr>
                <a:endParaRPr lang="en-US" sz="1400" i="1" dirty="0">
                  <a:latin typeface="Cambria Math" panose="02040503050406030204" pitchFamily="18" charset="0"/>
                </a:endParaRPr>
              </a:p>
              <a:p>
                <a:pPr marL="156527" lvl="1">
                  <a:lnSpc>
                    <a:spcPts val="2029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80" dirty="0">
                  <a:solidFill>
                    <a:srgbClr val="000000"/>
                  </a:solidFill>
                  <a:latin typeface="New Standard"/>
                  <a:ea typeface="New Standard"/>
                  <a:cs typeface="Cascadia Mono Light" panose="020B0609020000020004" pitchFamily="49" charset="0"/>
                  <a:sym typeface="New Standard"/>
                </a:endParaRPr>
              </a:p>
              <a:p>
                <a:pPr marL="156527" lvl="1">
                  <a:lnSpc>
                    <a:spcPts val="2029"/>
                  </a:lnSpc>
                  <a:spcBef>
                    <a:spcPct val="0"/>
                  </a:spcBef>
                </a:pPr>
                <a:endParaRPr lang="en-US" sz="1280" dirty="0">
                  <a:solidFill>
                    <a:srgbClr val="000000"/>
                  </a:solidFill>
                  <a:latin typeface="New Standard"/>
                  <a:ea typeface="New Standard"/>
                  <a:cs typeface="Cascadia Mono Light" panose="020B0609020000020004" pitchFamily="49" charset="0"/>
                  <a:sym typeface="New Standard"/>
                </a:endParaRPr>
              </a:p>
              <a:p>
                <a:pPr marL="313053" lvl="1" indent="-156526">
                  <a:lnSpc>
                    <a:spcPts val="2029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400" dirty="0">
                    <a:latin typeface="New Standard" panose="020B0604020202020204" charset="0"/>
                    <a:ea typeface="New Standard" panose="020B0604020202020204" charset="0"/>
                    <a:cs typeface="Cascadia Mono Light" panose="020B0609020000020004" pitchFamily="49" charset="0"/>
                  </a:rPr>
                  <a:t>The plotting of the likelihood function reflects decreasing probability mass as the parameters move away from the MLE</a:t>
                </a:r>
              </a:p>
              <a:p>
                <a:pPr marL="313053" lvl="1" indent="-156526">
                  <a:lnSpc>
                    <a:spcPts val="2029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400" dirty="0">
                    <a:latin typeface="New Standard" panose="020B0604020202020204" charset="0"/>
                    <a:ea typeface="New Standard" panose="020B0604020202020204" charset="0"/>
                    <a:cs typeface="Cascadia Mono Light" panose="020B0609020000020004" pitchFamily="49" charset="0"/>
                  </a:rPr>
                  <a:t>So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New Standard" panose="020B0604020202020204" charset="0"/>
                            <a:cs typeface="Cascadia Mono Light" panose="020B0609020000020004" pitchFamily="49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New Standard" panose="020B0604020202020204" charset="0"/>
                            <a:cs typeface="Cascadia Mono Light" panose="020B0609020000020004" pitchFamily="49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New Standard" panose="020B0604020202020204" charset="0"/>
                            <a:cs typeface="Cascadia Mono Light" panose="020B06090200000200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latin typeface="New Standard" panose="020B0604020202020204" charset="0"/>
                    <a:ea typeface="New Standard" panose="020B0604020202020204" charset="0"/>
                    <a:cs typeface="Cascadia Mono Light" panose="020B0609020000020004" pitchFamily="49" charset="0"/>
                  </a:rPr>
                  <a:t> gets bigger,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New Standard" panose="020B0604020202020204" charset="0"/>
                        <a:cs typeface="Cascadia Mono Light" panose="020B0609020000020004" pitchFamily="49" charset="0"/>
                      </a:rPr>
                      <m:t>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New Standard" panose="020B0604020202020204" charset="0"/>
                        <a:cs typeface="Cascadia Mono Light" panose="020B0609020000020004" pitchFamily="49" charset="0"/>
                      </a:rPr>
                      <m:t>(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New Standard" panose="020B0604020202020204" charset="0"/>
                            <a:cs typeface="Cascadia Mono Light" panose="020B0609020000020004" pitchFamily="49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New Standard" panose="020B0604020202020204" charset="0"/>
                            <a:cs typeface="Cascadia Mono Light" panose="020B0609020000020004" pitchFamily="49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New Standard" panose="020B0604020202020204" charset="0"/>
                            <a:cs typeface="Cascadia Mono Light" panose="020B0609020000020004" pitchFamily="49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New Standard" panose="020B0604020202020204" charset="0"/>
                        <a:cs typeface="Cascadia Mono Light" panose="020B0609020000020004" pitchFamily="49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New Standard" panose="020B0604020202020204" charset="0"/>
                    <a:ea typeface="New Standard" panose="020B0604020202020204" charset="0"/>
                    <a:cs typeface="Cascadia Mono Light" panose="020B0609020000020004" pitchFamily="49" charset="0"/>
                  </a:rPr>
                  <a:t> gets smaller, and the log becomes more negative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C16585A-C7E4-2F3C-9A27-920EB9162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5421" y="6485054"/>
                <a:ext cx="3155429" cy="3152786"/>
              </a:xfrm>
              <a:prstGeom prst="rect">
                <a:avLst/>
              </a:prstGeom>
              <a:blipFill>
                <a:blip r:embed="rId50"/>
                <a:stretch>
                  <a:fillRect t="-12379" b="-116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6E80E0AB-58F1-5391-787F-942D09D02E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0881493"/>
                  </p:ext>
                </p:extLst>
              </p:nvPr>
            </p:nvGraphicFramePr>
            <p:xfrm>
              <a:off x="12534974" y="4127577"/>
              <a:ext cx="5555434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55434">
                      <a:extLst>
                        <a:ext uri="{9D8B030D-6E8A-4147-A177-3AD203B41FA5}">
                          <a16:colId xmlns:a16="http://schemas.microsoft.com/office/drawing/2014/main" val="33626464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442277" lvl="1" indent="-285750" algn="l">
                            <a:spcBef>
                              <a:spcPct val="0"/>
                            </a:spcBef>
                            <a:buFont typeface="Wingdings" panose="05000000000000000000" pitchFamily="2" charset="2"/>
                            <a:buChar char="§"/>
                          </a:pPr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Given starting point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, convergence tolerance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𝜖</m:t>
                              </m:r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&gt;0</m:t>
                              </m:r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, inverse Hessian approximation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;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𝑘</m:t>
                              </m:r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←0</m:t>
                              </m:r>
                            </m:oMath>
                          </a14:m>
                          <a:endParaRPr lang="en-US" sz="1200" b="0" dirty="0">
                            <a:solidFill>
                              <a:srgbClr val="000000"/>
                            </a:solidFill>
                            <a:latin typeface="New Standard"/>
                            <a:ea typeface="New Standard"/>
                            <a:cs typeface="New Standard"/>
                            <a:sym typeface="New Standard"/>
                          </a:endParaRPr>
                        </a:p>
                        <a:p>
                          <a:pPr marL="442277" lvl="1" indent="-285750" algn="l">
                            <a:spcBef>
                              <a:spcPct val="0"/>
                            </a:spcBef>
                            <a:buFont typeface="Wingdings" panose="05000000000000000000" pitchFamily="2" charset="2"/>
                            <a:buChar char="§"/>
                          </a:pPr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While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New Standard"/>
                                          <a:cs typeface="New Standard"/>
                                          <a:sym typeface="New Standard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New Standard"/>
                                          <a:cs typeface="New Standard"/>
                                          <a:sym typeface="New Standard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New Standard"/>
                                          <a:cs typeface="New Standard"/>
                                          <a:sym typeface="New Standard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&gt;</m:t>
                              </m:r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𝜖</m:t>
                              </m:r>
                              <m:r>
                                <a:rPr lang="en-US" sz="12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Compute the search direction  </a:t>
                          </a:r>
                        </a:p>
                        <a:p>
                          <a:pPr marL="156527" lvl="1" indent="0" algn="ctr">
                            <a:spcBef>
                              <a:spcPct val="0"/>
                            </a:spcBef>
                            <a:buFont typeface="Wingdings" panose="05000000000000000000" pitchFamily="2" charset="2"/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=−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; </a:t>
                          </a:r>
                        </a:p>
                        <a:p>
                          <a:pPr marL="442277" lvl="1" indent="-285750" algn="l">
                            <a:spcBef>
                              <a:spcPct val="0"/>
                            </a:spcBef>
                            <a:buFont typeface="Wingdings" panose="05000000000000000000" pitchFamily="2" charset="2"/>
                            <a:buChar char="§"/>
                          </a:pPr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Set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+1 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 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 is computed from a line search procedure to satisfy the Wolfe conditions. </a:t>
                          </a:r>
                        </a:p>
                        <a:p>
                          <a:pPr marL="442277" lvl="1" indent="-285750" algn="l">
                            <a:spcBef>
                              <a:spcPct val="0"/>
                            </a:spcBef>
                            <a:buFont typeface="Wingdings" panose="05000000000000000000" pitchFamily="2" charset="2"/>
                            <a:buChar char="§"/>
                          </a:pPr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Define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+1 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∇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;</a:t>
                          </a:r>
                        </a:p>
                        <a:p>
                          <a:pPr marL="442277" lvl="1" indent="-285750">
                            <a:spcBef>
                              <a:spcPct val="0"/>
                            </a:spcBef>
                            <a:buFont typeface="Wingdings" panose="05000000000000000000" pitchFamily="2" charset="2"/>
                            <a:buChar char="§"/>
                          </a:pPr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Compute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𝑘</m:t>
                                  </m:r>
                                  <m:r>
                                    <a:rPr lang="en-US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New Standard"/>
                                      <a:cs typeface="New Standard"/>
                                      <a:sym typeface="New Standard"/>
                                    </a:rPr>
                                    <m:t>+1 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 via </a:t>
                          </a:r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equation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100" b="0">
                                  <a:solidFill>
                                    <a:schemeClr val="tx1"/>
                                  </a:solidFill>
                                  <a:latin typeface="LM Roman 10" panose="00000500000000000000" pitchFamily="50" charset="0"/>
                                </a:rPr>
                                <m:t>10</m:t>
                              </m:r>
                              <m:r>
                                <m:rPr>
                                  <m:nor/>
                                </m:rPr>
                                <a:rPr lang="en-US" sz="1100" b="0">
                                  <a:solidFill>
                                    <a:schemeClr val="tx1"/>
                                  </a:solidFill>
                                  <a:latin typeface="LM Roman 10" panose="00000500000000000000" pitchFamily="50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LM Roman 10" panose="00000500000000000000" pitchFamily="50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1100" b="0">
                                  <a:latin typeface="LM Roman 10" panose="00000500000000000000" pitchFamily="50" charset="0"/>
                                </a:rPr>
                                <m:t>)</m:t>
                              </m:r>
                            </m:oMath>
                          </a14:m>
                          <a:endParaRPr lang="en-US" sz="1100" b="0" dirty="0">
                            <a:latin typeface="New Standard"/>
                          </a:endParaRPr>
                        </a:p>
                        <a:p>
                          <a:pPr marL="442277" lvl="1" indent="-285750">
                            <a:spcBef>
                              <a:spcPct val="0"/>
                            </a:spcBef>
                            <a:buFont typeface="Wingdings" panose="05000000000000000000" pitchFamily="2" charset="2"/>
                            <a:buChar char="§"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𝑘</m:t>
                              </m:r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←</m:t>
                              </m:r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𝑘</m:t>
                              </m:r>
                              <m:r>
                                <a:rPr lang="en-US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New Standard"/>
                                  <a:cs typeface="New Standard"/>
                                  <a:sym typeface="New Standard"/>
                                </a:rPr>
                                <m:t>+1 </m:t>
                              </m:r>
                            </m:oMath>
                          </a14:m>
                          <a:endParaRPr lang="en-US" sz="1200" b="0" dirty="0">
                            <a:solidFill>
                              <a:srgbClr val="000000"/>
                            </a:solidFill>
                            <a:latin typeface="New Standard"/>
                            <a:ea typeface="New Standard"/>
                            <a:cs typeface="New Standard"/>
                            <a:sym typeface="New Standard"/>
                          </a:endParaRPr>
                        </a:p>
                        <a:p>
                          <a:pPr marL="442277" lvl="1" indent="-285750">
                            <a:spcBef>
                              <a:spcPct val="0"/>
                            </a:spcBef>
                            <a:buFont typeface="Wingdings" panose="05000000000000000000" pitchFamily="2" charset="2"/>
                            <a:buChar char="§"/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latin typeface="New Standard"/>
                              <a:ea typeface="New Standard"/>
                              <a:cs typeface="New Standard"/>
                              <a:sym typeface="New Standard"/>
                            </a:rPr>
                            <a:t>end(while)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03970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6E80E0AB-58F1-5391-787F-942D09D02E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0881493"/>
                  </p:ext>
                </p:extLst>
              </p:nvPr>
            </p:nvGraphicFramePr>
            <p:xfrm>
              <a:off x="12534974" y="4127577"/>
              <a:ext cx="5555434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55434">
                      <a:extLst>
                        <a:ext uri="{9D8B030D-6E8A-4147-A177-3AD203B41FA5}">
                          <a16:colId xmlns:a16="http://schemas.microsoft.com/office/drawing/2014/main" val="3362646421"/>
                        </a:ext>
                      </a:extLst>
                    </a:gridCol>
                  </a:tblGrid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1"/>
                          <a:stretch>
                            <a:fillRect t="-316" r="-110" b="-22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039702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3" grpId="0" animBg="1"/>
      <p:bldP spid="51" grpId="0"/>
      <p:bldP spid="54" grpId="0"/>
      <p:bldP spid="55" grpId="0"/>
      <p:bldP spid="57" grpId="0"/>
      <p:bldP spid="62" grpId="0"/>
      <p:bldP spid="64" grpId="0" animBg="1"/>
      <p:bldP spid="65" grpId="0"/>
      <p:bldP spid="66" grpId="0"/>
      <p:bldP spid="67" grpId="0"/>
      <p:bldP spid="69" grpId="0"/>
      <p:bldP spid="71" grpId="0"/>
      <p:bldP spid="72" grpId="0"/>
      <p:bldP spid="78" grpId="0"/>
      <p:bldP spid="84" grpId="0"/>
      <p:bldP spid="86" grpId="0"/>
      <p:bldP spid="87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1" grpId="0"/>
      <p:bldP spid="112" grpId="0"/>
      <p:bldP spid="113" grpId="0"/>
      <p:bldP spid="115" grpId="0"/>
      <p:bldP spid="116" grpId="0"/>
      <p:bldP spid="119" grpId="0"/>
      <p:bldP spid="26" grpId="0"/>
      <p:bldP spid="33" grpId="0" animBg="1"/>
      <p:bldP spid="36" grpId="0"/>
      <p:bldP spid="37" grpId="0"/>
      <p:bldP spid="38" grpId="0"/>
      <p:bldP spid="42" grpId="0"/>
      <p:bldP spid="43" grpId="0"/>
      <p:bldP spid="44" grpId="0"/>
      <p:bldP spid="46" grpId="0"/>
      <p:bldP spid="114" grpId="0" animBg="1"/>
      <p:bldP spid="123" grpId="0"/>
      <p:bldP spid="124" grpId="0"/>
      <p:bldP spid="125" grpId="0"/>
      <p:bldP spid="126" grpId="0"/>
      <p:bldP spid="127" grpId="0"/>
      <p:bldP spid="150" grpId="0" animBg="1"/>
      <p:bldP spid="151" grpId="0" animBg="1"/>
      <p:bldP spid="152" grpId="0" animBg="1"/>
      <p:bldP spid="3" grpId="0"/>
      <p:bldP spid="28" grpId="0"/>
      <p:bldP spid="29" grpId="0"/>
      <p:bldP spid="30" grpId="0"/>
      <p:bldP spid="31" grpId="0"/>
      <p:bldP spid="34" grpId="0"/>
      <p:bldP spid="35" grpId="0"/>
      <p:bldP spid="40" grpId="0"/>
      <p:bldP spid="50" grpId="0"/>
      <p:bldP spid="56" grpId="0"/>
      <p:bldP spid="59" grpId="0"/>
      <p:bldP spid="73" grpId="0"/>
      <p:bldP spid="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1E9B-8F99-5CFF-07A6-57C22B592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rrow: Down 60">
            <a:extLst>
              <a:ext uri="{FF2B5EF4-FFF2-40B4-BE49-F238E27FC236}">
                <a16:creationId xmlns:a16="http://schemas.microsoft.com/office/drawing/2014/main" id="{37296A1A-535A-F23B-E1D9-DCC367DC0259}"/>
              </a:ext>
            </a:extLst>
          </p:cNvPr>
          <p:cNvSpPr/>
          <p:nvPr/>
        </p:nvSpPr>
        <p:spPr>
          <a:xfrm rot="16200000">
            <a:off x="12326769" y="2029917"/>
            <a:ext cx="257056" cy="831393"/>
          </a:xfrm>
          <a:prstGeom prst="downArrow">
            <a:avLst/>
          </a:prstGeom>
          <a:noFill/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Freeform 36">
            <a:extLst>
              <a:ext uri="{FF2B5EF4-FFF2-40B4-BE49-F238E27FC236}">
                <a16:creationId xmlns:a16="http://schemas.microsoft.com/office/drawing/2014/main" id="{ACF5CBA2-A054-AE14-3CD9-E31844672668}"/>
              </a:ext>
            </a:extLst>
          </p:cNvPr>
          <p:cNvSpPr>
            <a:spLocks/>
          </p:cNvSpPr>
          <p:nvPr/>
        </p:nvSpPr>
        <p:spPr>
          <a:xfrm>
            <a:off x="4123643" y="6745697"/>
            <a:ext cx="3295209" cy="1896894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D" dirty="0"/>
          </a:p>
        </p:txBody>
      </p:sp>
      <p:sp>
        <p:nvSpPr>
          <p:cNvPr id="52" name="Freeform 36">
            <a:extLst>
              <a:ext uri="{FF2B5EF4-FFF2-40B4-BE49-F238E27FC236}">
                <a16:creationId xmlns:a16="http://schemas.microsoft.com/office/drawing/2014/main" id="{F06F2A04-6176-3DF0-901B-D21694D1032B}"/>
              </a:ext>
            </a:extLst>
          </p:cNvPr>
          <p:cNvSpPr>
            <a:spLocks/>
          </p:cNvSpPr>
          <p:nvPr/>
        </p:nvSpPr>
        <p:spPr>
          <a:xfrm>
            <a:off x="4105796" y="2931348"/>
            <a:ext cx="3295209" cy="2513610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D" dirty="0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F6A7C95-C094-8540-1720-A3FFE076E49A}"/>
              </a:ext>
            </a:extLst>
          </p:cNvPr>
          <p:cNvGrpSpPr/>
          <p:nvPr/>
        </p:nvGrpSpPr>
        <p:grpSpPr>
          <a:xfrm>
            <a:off x="-27712" y="-160418"/>
            <a:ext cx="18563719" cy="1003339"/>
            <a:chOff x="0" y="-86574"/>
            <a:chExt cx="24751626" cy="3078995"/>
          </a:xfrm>
        </p:grpSpPr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167E4A9C-2156-0E1E-99BE-3E81C93F2E1A}"/>
                </a:ext>
              </a:extLst>
            </p:cNvPr>
            <p:cNvGrpSpPr/>
            <p:nvPr/>
          </p:nvGrpSpPr>
          <p:grpSpPr>
            <a:xfrm>
              <a:off x="2683017" y="-86574"/>
              <a:ext cx="22068609" cy="3077732"/>
              <a:chOff x="0" y="-9525"/>
              <a:chExt cx="2428028" cy="338618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0DB0B15C-6C19-6AD3-D6AB-46AF6622EA55}"/>
                  </a:ext>
                </a:extLst>
              </p:cNvPr>
              <p:cNvSpPr/>
              <p:nvPr/>
            </p:nvSpPr>
            <p:spPr>
              <a:xfrm>
                <a:off x="0" y="38205"/>
                <a:ext cx="2395838" cy="290888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32909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329093"/>
                    </a:lnTo>
                    <a:lnTo>
                      <a:pt x="0" y="32909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A8D1BF34-745C-966E-2E2C-8FFD985FB449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3386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87ED0C1A-D997-3CE5-A212-258E881F0913}"/>
                </a:ext>
              </a:extLst>
            </p:cNvPr>
            <p:cNvGrpSpPr/>
            <p:nvPr/>
          </p:nvGrpSpPr>
          <p:grpSpPr>
            <a:xfrm>
              <a:off x="0" y="334260"/>
              <a:ext cx="14206908" cy="2658161"/>
              <a:chOff x="0" y="0"/>
              <a:chExt cx="1563070" cy="292456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C7163738-6244-F249-5BC1-EDD417991A77}"/>
                  </a:ext>
                </a:extLst>
              </p:cNvPr>
              <p:cNvSpPr/>
              <p:nvPr/>
            </p:nvSpPr>
            <p:spPr>
              <a:xfrm>
                <a:off x="0" y="0"/>
                <a:ext cx="1563070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9245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92456"/>
                    </a:lnTo>
                    <a:lnTo>
                      <a:pt x="1359870" y="292456"/>
                    </a:lnTo>
                    <a:lnTo>
                      <a:pt x="1563070" y="14622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6" name="TextBox 16">
                <a:extLst>
                  <a:ext uri="{FF2B5EF4-FFF2-40B4-BE49-F238E27FC236}">
                    <a16:creationId xmlns:a16="http://schemas.microsoft.com/office/drawing/2014/main" id="{C429D49C-8C8B-D987-5451-84A64BD738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48770" cy="301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7262293-7210-B258-F359-952F8F26181F}"/>
              </a:ext>
            </a:extLst>
          </p:cNvPr>
          <p:cNvGrpSpPr/>
          <p:nvPr/>
        </p:nvGrpSpPr>
        <p:grpSpPr>
          <a:xfrm>
            <a:off x="-275719" y="9606753"/>
            <a:ext cx="18811726" cy="738100"/>
            <a:chOff x="0" y="-87990"/>
            <a:chExt cx="25082301" cy="2831775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6E02E1DD-F7D8-17EE-C6E2-792668061B15}"/>
                </a:ext>
              </a:extLst>
            </p:cNvPr>
            <p:cNvGrpSpPr/>
            <p:nvPr/>
          </p:nvGrpSpPr>
          <p:grpSpPr>
            <a:xfrm>
              <a:off x="2652622" y="0"/>
              <a:ext cx="22429679" cy="2655795"/>
              <a:chOff x="0" y="0"/>
              <a:chExt cx="2428028" cy="287492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55AB41B7-7C90-042D-2E87-C95E427CC919}"/>
                  </a:ext>
                </a:extLst>
              </p:cNvPr>
              <p:cNvSpPr/>
              <p:nvPr/>
            </p:nvSpPr>
            <p:spPr>
              <a:xfrm>
                <a:off x="0" y="0"/>
                <a:ext cx="2428028" cy="287492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7492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7492"/>
                    </a:lnTo>
                    <a:lnTo>
                      <a:pt x="0" y="287492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CD2AEEF5-880D-3D40-2CE4-8DF0D86E8AC0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297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21" name="Group 21">
              <a:extLst>
                <a:ext uri="{FF2B5EF4-FFF2-40B4-BE49-F238E27FC236}">
                  <a16:creationId xmlns:a16="http://schemas.microsoft.com/office/drawing/2014/main" id="{B343DDFE-79D4-DAA3-3DE8-87A6A8747554}"/>
                </a:ext>
              </a:extLst>
            </p:cNvPr>
            <p:cNvGrpSpPr/>
            <p:nvPr/>
          </p:nvGrpSpPr>
          <p:grpSpPr>
            <a:xfrm>
              <a:off x="0" y="-87990"/>
              <a:ext cx="13664169" cy="2831775"/>
              <a:chOff x="0" y="-9525"/>
              <a:chExt cx="1479156" cy="306542"/>
            </a:xfrm>
          </p:grpSpPr>
          <p:sp>
            <p:nvSpPr>
              <p:cNvPr id="22" name="Freeform 22">
                <a:extLst>
                  <a:ext uri="{FF2B5EF4-FFF2-40B4-BE49-F238E27FC236}">
                    <a16:creationId xmlns:a16="http://schemas.microsoft.com/office/drawing/2014/main" id="{95A677A1-DEFE-36C3-E2D3-648604F5355F}"/>
                  </a:ext>
                </a:extLst>
              </p:cNvPr>
              <p:cNvSpPr/>
              <p:nvPr/>
            </p:nvSpPr>
            <p:spPr>
              <a:xfrm>
                <a:off x="0" y="0"/>
                <a:ext cx="1479156" cy="297017"/>
              </a:xfrm>
              <a:custGeom>
                <a:avLst/>
                <a:gdLst/>
                <a:ahLst/>
                <a:cxnLst/>
                <a:rect l="l" t="t" r="r" b="b"/>
                <a:pathLst>
                  <a:path w="1479156" h="257307">
                    <a:moveTo>
                      <a:pt x="1275956" y="0"/>
                    </a:moveTo>
                    <a:lnTo>
                      <a:pt x="0" y="0"/>
                    </a:lnTo>
                    <a:lnTo>
                      <a:pt x="0" y="257307"/>
                    </a:lnTo>
                    <a:lnTo>
                      <a:pt x="1275956" y="257307"/>
                    </a:lnTo>
                    <a:lnTo>
                      <a:pt x="1479156" y="128653"/>
                    </a:lnTo>
                    <a:lnTo>
                      <a:pt x="1275956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C5B1D9F4-5741-F29D-61A9-A1F54FDC101E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364856" cy="2668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424642C-8698-29D0-45DA-EEBFE121D472}"/>
                </a:ext>
              </a:extLst>
            </p:cNvPr>
            <p:cNvSpPr txBox="1"/>
            <p:nvPr/>
          </p:nvSpPr>
          <p:spPr>
            <a:xfrm>
              <a:off x="558457" y="150896"/>
              <a:ext cx="11160849" cy="492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10"/>
                </a:lnSpc>
                <a:spcBef>
                  <a:spcPct val="0"/>
                </a:spcBef>
              </a:pPr>
              <a:r>
                <a:rPr lang="en-US" sz="1079" b="1" i="1" dirty="0">
                  <a:solidFill>
                    <a:srgbClr val="FFFFFF">
                      <a:alpha val="78824"/>
                    </a:srgbClr>
                  </a:solidFill>
                  <a:latin typeface="New Standard Bold Italics"/>
                  <a:ea typeface="New Standard Bold Italics"/>
                  <a:cs typeface="New Standard Bold Italics"/>
                  <a:sym typeface="New Standard Bold Italics"/>
                </a:rPr>
                <a:t>Skew-Symmetric Error Distribution Analysis of Elasticity Dynamics of Firm Financial Statement Components: A Case Study in Indonesian Stock Markets using The Cobb-Douglas Linearized Log Form </a:t>
              </a:r>
            </a:p>
          </p:txBody>
        </p:sp>
      </p:grpSp>
      <p:sp>
        <p:nvSpPr>
          <p:cNvPr id="39" name="TextBox 39">
            <a:extLst>
              <a:ext uri="{FF2B5EF4-FFF2-40B4-BE49-F238E27FC236}">
                <a16:creationId xmlns:a16="http://schemas.microsoft.com/office/drawing/2014/main" id="{F521878A-634F-E10C-3974-8EA5527906A0}"/>
              </a:ext>
            </a:extLst>
          </p:cNvPr>
          <p:cNvSpPr txBox="1"/>
          <p:nvPr/>
        </p:nvSpPr>
        <p:spPr>
          <a:xfrm>
            <a:off x="143123" y="386471"/>
            <a:ext cx="9316977" cy="2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3678" b="1" dirty="0">
                <a:solidFill>
                  <a:srgbClr val="FFFFFF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3. Methodology and Statistical formulation</a:t>
            </a: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6A0300CC-B213-BF10-1B6E-30121E56C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347" y="89595"/>
            <a:ext cx="2054530" cy="707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5F3DE1D3-BCF4-4055-3596-05EC180BA95C}"/>
                  </a:ext>
                </a:extLst>
              </p:cNvPr>
              <p:cNvSpPr/>
              <p:nvPr/>
            </p:nvSpPr>
            <p:spPr>
              <a:xfrm>
                <a:off x="4383324" y="6550395"/>
                <a:ext cx="2801937" cy="715166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{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  <m:t>𝜖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BFGS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ID" sz="1400" dirty="0">
                  <a:latin typeface="New Standard" panose="020B0604020202020204" charset="0"/>
                  <a:cs typeface="New Standard" panose="020B0604020202020204" charset="0"/>
                </a:endParaRPr>
              </a:p>
            </p:txBody>
          </p:sp>
        </mc:Choice>
        <mc:Fallback xmlns="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5F3DE1D3-BCF4-4055-3596-05EC180BA9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324" y="6550395"/>
                <a:ext cx="2801937" cy="71516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B2F261E-00C9-0A7D-F440-E048A6874356}"/>
              </a:ext>
            </a:extLst>
          </p:cNvPr>
          <p:cNvSpPr txBox="1"/>
          <p:nvPr/>
        </p:nvSpPr>
        <p:spPr>
          <a:xfrm>
            <a:off x="4590052" y="7264592"/>
            <a:ext cx="249234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optim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init_params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log_likelihood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"BFGS"</a:t>
            </a:r>
            <a:endParaRPr lang="en-ID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6" name="Freeform 36">
            <a:extLst>
              <a:ext uri="{FF2B5EF4-FFF2-40B4-BE49-F238E27FC236}">
                <a16:creationId xmlns:a16="http://schemas.microsoft.com/office/drawing/2014/main" id="{67DAF31F-B756-936B-7DA2-D23AFD7E20D4}"/>
              </a:ext>
            </a:extLst>
          </p:cNvPr>
          <p:cNvSpPr>
            <a:spLocks/>
          </p:cNvSpPr>
          <p:nvPr/>
        </p:nvSpPr>
        <p:spPr>
          <a:xfrm>
            <a:off x="8117061" y="7452705"/>
            <a:ext cx="4318278" cy="1592059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8ACF3-1A6B-A3DC-3A31-7D848DF3B88F}"/>
              </a:ext>
            </a:extLst>
          </p:cNvPr>
          <p:cNvSpPr txBox="1"/>
          <p:nvPr/>
        </p:nvSpPr>
        <p:spPr>
          <a:xfrm>
            <a:off x="8203863" y="7843458"/>
            <a:ext cx="4231475" cy="99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effectLst/>
                <a:latin typeface="Consolas" panose="020B0609020204030204" pitchFamily="49" charset="0"/>
              </a:rPr>
              <a:t>&gt;&gt;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predicted_log_sales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alpha1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log_Employees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alpha2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log_Assets</a:t>
            </a:r>
            <a:endParaRPr lang="en-US" sz="1400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latin typeface="Consolas" panose="020B0609020204030204" pitchFamily="49" charset="0"/>
              </a:rPr>
              <a:t>&gt;&gt; </a:t>
            </a:r>
            <a:r>
              <a:rPr lang="en-ID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lm_fe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&lt;-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D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lm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ID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log_Revenue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FF"/>
                </a:solidFill>
                <a:latin typeface="Consolas" panose="020B0609020204030204" pitchFamily="49" charset="0"/>
              </a:rPr>
              <a:t>~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D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log_Assets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D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log_Employees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ID" sz="1400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en-ID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51C53958-9839-9818-B2BA-388246BB75F3}"/>
                  </a:ext>
                </a:extLst>
              </p:cNvPr>
              <p:cNvSpPr/>
              <p:nvPr/>
            </p:nvSpPr>
            <p:spPr>
              <a:xfrm>
                <a:off x="8479942" y="7239052"/>
                <a:ext cx="3613783" cy="607344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log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𝑅</m:t>
                          </m:r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log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𝐴</m:t>
                          </m:r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log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𝑁</m:t>
                          </m:r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+</m:t>
                      </m:r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log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𝜖</m:t>
                          </m:r>
                        </m:e>
                      </m:func>
                    </m:oMath>
                  </m:oMathPara>
                </a14:m>
                <a:endParaRPr lang="en-ID" sz="1400" dirty="0">
                  <a:latin typeface="New Standard" panose="020B0604020202020204" charset="0"/>
                  <a:cs typeface="New Standard" panose="020B0604020202020204" charset="0"/>
                </a:endParaRPr>
              </a:p>
            </p:txBody>
          </p:sp>
        </mc:Choice>
        <mc:Fallback xmlns="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51C53958-9839-9818-B2BA-388246BB75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942" y="7239052"/>
                <a:ext cx="3613783" cy="60734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08222A2B-EC09-9785-B21A-373AB1D89CD7}"/>
              </a:ext>
            </a:extLst>
          </p:cNvPr>
          <p:cNvGrpSpPr/>
          <p:nvPr/>
        </p:nvGrpSpPr>
        <p:grpSpPr>
          <a:xfrm>
            <a:off x="8282853" y="4755957"/>
            <a:ext cx="4355190" cy="1691811"/>
            <a:chOff x="4287924" y="4763738"/>
            <a:chExt cx="4355190" cy="1691811"/>
          </a:xfrm>
        </p:grpSpPr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20219F37-4BDB-09A7-944D-9F42005E0580}"/>
                </a:ext>
              </a:extLst>
            </p:cNvPr>
            <p:cNvSpPr>
              <a:spLocks/>
            </p:cNvSpPr>
            <p:nvPr/>
          </p:nvSpPr>
          <p:spPr>
            <a:xfrm>
              <a:off x="4287924" y="5271506"/>
              <a:ext cx="4176495" cy="1184043"/>
            </a:xfrm>
            <a:custGeom>
              <a:avLst/>
              <a:gdLst/>
              <a:ahLst/>
              <a:cxnLst/>
              <a:rect l="l" t="t" r="r" b="b"/>
              <a:pathLst>
                <a:path w="1456886" h="1468630">
                  <a:moveTo>
                    <a:pt x="0" y="0"/>
                  </a:moveTo>
                  <a:lnTo>
                    <a:pt x="1456886" y="0"/>
                  </a:lnTo>
                  <a:lnTo>
                    <a:pt x="1456886" y="1468630"/>
                  </a:lnTo>
                  <a:lnTo>
                    <a:pt x="0" y="1468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D8CCE1E-FC73-FB71-D7ED-728C44C41F86}"/>
                </a:ext>
              </a:extLst>
            </p:cNvPr>
            <p:cNvSpPr txBox="1"/>
            <p:nvPr/>
          </p:nvSpPr>
          <p:spPr>
            <a:xfrm>
              <a:off x="4339322" y="5609945"/>
              <a:ext cx="4303792" cy="8117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sz="1400" dirty="0">
                  <a:latin typeface="Consolas" panose="020B0609020204030204" pitchFamily="49" charset="0"/>
                </a:rPr>
                <a:t>&gt;&gt;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resid_fe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&lt;-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residuals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lm_fe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&gt;&gt; z0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&lt;-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median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resid_fe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na.rm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&gt;&gt; omega0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&lt;-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sd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resid_fe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na.rm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&gt;&gt; alpha0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&lt;-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endPara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3215325A-2D40-B138-E12C-6CB2E1589DCC}"/>
                    </a:ext>
                  </a:extLst>
                </p:cNvPr>
                <p:cNvSpPr/>
                <p:nvPr/>
              </p:nvSpPr>
              <p:spPr>
                <a:xfrm>
                  <a:off x="4965436" y="4763738"/>
                  <a:ext cx="2576498" cy="798945"/>
                </a:xfrm>
                <a:prstGeom prst="round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New Standard" panose="020B0604020202020204" charset="0"/>
                          </a:rPr>
                          <m:t>𝜀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New Standard" panose="020B0604020202020204" charset="0"/>
                          </a:rPr>
                          <m:t> :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cs typeface="New Standard" panose="020B0604020202020204" charset="0"/>
                          </a:rPr>
                          <m:t>Residual</m:t>
                        </m:r>
                        <m:r>
                          <a:rPr lang="en-US" sz="1200" b="0" i="0" smtClean="0">
                            <a:latin typeface="Cambria Math" panose="02040503050406030204" pitchFamily="18" charset="0"/>
                            <a:cs typeface="New Standard" panose="020B0604020202020204" charset="0"/>
                          </a:rPr>
                          <m:t>;</m:t>
                        </m:r>
                      </m:oMath>
                    </m:oMathPara>
                  </a14:m>
                  <a:endParaRPr lang="en-US" sz="1200" b="0" dirty="0">
                    <a:latin typeface="Cambria Math" panose="02040503050406030204" pitchFamily="18" charset="0"/>
                    <a:cs typeface="New Standard" panose="020B060402020202020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Median</m:t>
                      </m:r>
                    </m:oMath>
                  </a14:m>
                  <a:r>
                    <a:rPr lang="en-US" sz="1200" b="0" i="0" dirty="0">
                      <a:latin typeface="Cambria Math" panose="02040503050406030204" pitchFamily="18" charset="0"/>
                      <a:cs typeface="New Standard" panose="020B0604020202020204" charset="0"/>
                    </a:rPr>
                    <a:t>;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Std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Dev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 </m:t>
                      </m:r>
                    </m:oMath>
                  </a14:m>
                  <a:r>
                    <a:rPr lang="en-ID" sz="1200" dirty="0">
                      <a:latin typeface="New Standard" panose="020B0604020202020204" charset="0"/>
                      <a:cs typeface="New Standard" panose="020B0604020202020204" charset="0"/>
                    </a:rPr>
                    <a:t>;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New Standard" panose="020B060402020202020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New Standard" panose="020B060402020202020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New Standard" panose="020B0604020202020204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New Standard" panose="020B0604020202020204" charset="0"/>
                          </a:rPr>
                          <m:t>=0</m:t>
                        </m:r>
                      </m:oMath>
                    </m:oMathPara>
                  </a14:m>
                  <a:endParaRPr lang="en-ID" sz="1200" dirty="0">
                    <a:latin typeface="New Standard" panose="020B0604020202020204" charset="0"/>
                    <a:cs typeface="New Standard" panose="020B0604020202020204" charset="0"/>
                  </a:endParaRPr>
                </a:p>
              </p:txBody>
            </p:sp>
          </mc:Choice>
          <mc:Fallback xmlns=""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3215325A-2D40-B138-E12C-6CB2E1589D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5436" y="4763738"/>
                  <a:ext cx="2576498" cy="798945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09B7B6A0-CF10-2E07-04C7-3738B929A879}"/>
                  </a:ext>
                </a:extLst>
              </p:cNvPr>
              <p:cNvSpPr/>
              <p:nvPr/>
            </p:nvSpPr>
            <p:spPr>
              <a:xfrm>
                <a:off x="4417759" y="2432685"/>
                <a:ext cx="2683699" cy="580429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New Standard" panose="020B0604020202020204" charset="0"/>
                      </a:rPr>
                      <m:t>ℒ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New Standard" panose="020B0604020202020204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New Standard" panose="020B0604020202020204" charset="0"/>
                      </a:rPr>
                      <m:t>𝜃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New Standard" panose="020B0604020202020204" charset="0"/>
                      </a:rPr>
                      <m:t>|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New Standard" panose="020B0604020202020204" charset="0"/>
                      </a:rPr>
                      <m:t>𝜖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cs typeface="New Standard" panose="020B0604020202020204" charset="0"/>
                      </a:rPr>
                      <m:t>)</m:t>
                    </m:r>
                  </m:oMath>
                </a14:m>
                <a:r>
                  <a:rPr lang="en-ID" sz="1400" dirty="0">
                    <a:latin typeface="New Standard" panose="020B0604020202020204" charset="0"/>
                    <a:cs typeface="New Standard" panose="020B0604020202020204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𝜃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ew Standard"/>
                        <a:cs typeface="New Standard"/>
                        <a:sym typeface="New Standard"/>
                      </a:rPr>
                      <m:t>=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, 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, 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ew Standard"/>
                                <a:cs typeface="New Standard"/>
                                <a:sym typeface="New Standard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,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𝜁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, 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𝜔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, 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ew Standard"/>
                            <a:cs typeface="New Standard"/>
                            <a:sym typeface="New Standard"/>
                          </a:rPr>
                          <m:t>𝛼</m:t>
                        </m:r>
                      </m:e>
                    </m:d>
                  </m:oMath>
                </a14:m>
                <a:endParaRPr lang="en-ID" sz="1400" dirty="0">
                  <a:latin typeface="New Standard" panose="020B0604020202020204" charset="0"/>
                  <a:cs typeface="New Standard" panose="020B0604020202020204" charset="0"/>
                </a:endParaRPr>
              </a:p>
            </p:txBody>
          </p:sp>
        </mc:Choice>
        <mc:Fallback xmlns=""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09B7B6A0-CF10-2E07-04C7-3738B929A8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759" y="2432685"/>
                <a:ext cx="2683699" cy="580429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45">
            <a:extLst>
              <a:ext uri="{FF2B5EF4-FFF2-40B4-BE49-F238E27FC236}">
                <a16:creationId xmlns:a16="http://schemas.microsoft.com/office/drawing/2014/main" id="{2478E833-B1AE-1D0A-0B98-A228845AB258}"/>
              </a:ext>
            </a:extLst>
          </p:cNvPr>
          <p:cNvSpPr txBox="1"/>
          <p:nvPr/>
        </p:nvSpPr>
        <p:spPr>
          <a:xfrm>
            <a:off x="4554880" y="2129565"/>
            <a:ext cx="2565619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Define the log likelihood</a:t>
            </a:r>
          </a:p>
        </p:txBody>
      </p:sp>
      <p:sp>
        <p:nvSpPr>
          <p:cNvPr id="59" name="TextBox 45">
            <a:extLst>
              <a:ext uri="{FF2B5EF4-FFF2-40B4-BE49-F238E27FC236}">
                <a16:creationId xmlns:a16="http://schemas.microsoft.com/office/drawing/2014/main" id="{406A6584-3125-6FCD-27A0-176858ECC7A4}"/>
              </a:ext>
            </a:extLst>
          </p:cNvPr>
          <p:cNvSpPr txBox="1"/>
          <p:nvPr/>
        </p:nvSpPr>
        <p:spPr>
          <a:xfrm>
            <a:off x="4935023" y="6252080"/>
            <a:ext cx="1866572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53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Define optimization</a:t>
            </a:r>
          </a:p>
        </p:txBody>
      </p:sp>
      <p:sp>
        <p:nvSpPr>
          <p:cNvPr id="60" name="TextBox 45">
            <a:extLst>
              <a:ext uri="{FF2B5EF4-FFF2-40B4-BE49-F238E27FC236}">
                <a16:creationId xmlns:a16="http://schemas.microsoft.com/office/drawing/2014/main" id="{AAC2813E-0FD5-E998-5C72-123B9342CE27}"/>
              </a:ext>
            </a:extLst>
          </p:cNvPr>
          <p:cNvSpPr txBox="1"/>
          <p:nvPr/>
        </p:nvSpPr>
        <p:spPr>
          <a:xfrm>
            <a:off x="8743674" y="7019617"/>
            <a:ext cx="2565619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53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Define the Regression</a:t>
            </a:r>
          </a:p>
        </p:txBody>
      </p:sp>
      <p:sp>
        <p:nvSpPr>
          <p:cNvPr id="63" name="Arrow: Bent-Up 62">
            <a:extLst>
              <a:ext uri="{FF2B5EF4-FFF2-40B4-BE49-F238E27FC236}">
                <a16:creationId xmlns:a16="http://schemas.microsoft.com/office/drawing/2014/main" id="{E36C2DBA-6AA5-882C-1A07-AA7290E899C7}"/>
              </a:ext>
            </a:extLst>
          </p:cNvPr>
          <p:cNvSpPr/>
          <p:nvPr/>
        </p:nvSpPr>
        <p:spPr>
          <a:xfrm rot="16200000" flipH="1" flipV="1">
            <a:off x="6668722" y="7660141"/>
            <a:ext cx="425995" cy="2378837"/>
          </a:xfrm>
          <a:prstGeom prst="bentUpArrow">
            <a:avLst>
              <a:gd name="adj1" fmla="val 25000"/>
              <a:gd name="adj2" fmla="val 27190"/>
              <a:gd name="adj3" fmla="val 25000"/>
            </a:avLst>
          </a:prstGeom>
          <a:noFill/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8" name="TextBox 45">
            <a:extLst>
              <a:ext uri="{FF2B5EF4-FFF2-40B4-BE49-F238E27FC236}">
                <a16:creationId xmlns:a16="http://schemas.microsoft.com/office/drawing/2014/main" id="{EFF135D5-71EA-3EE2-2718-0478F32ED4D9}"/>
              </a:ext>
            </a:extLst>
          </p:cNvPr>
          <p:cNvSpPr txBox="1"/>
          <p:nvPr/>
        </p:nvSpPr>
        <p:spPr>
          <a:xfrm>
            <a:off x="8664000" y="4510498"/>
            <a:ext cx="3311199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Parameters for the skew statistics</a:t>
            </a:r>
          </a:p>
        </p:txBody>
      </p:sp>
      <p:sp>
        <p:nvSpPr>
          <p:cNvPr id="77" name="Arrow: Down 76">
            <a:extLst>
              <a:ext uri="{FF2B5EF4-FFF2-40B4-BE49-F238E27FC236}">
                <a16:creationId xmlns:a16="http://schemas.microsoft.com/office/drawing/2014/main" id="{8DB916C4-8D06-3D9B-62D2-4673528C8970}"/>
              </a:ext>
            </a:extLst>
          </p:cNvPr>
          <p:cNvSpPr/>
          <p:nvPr/>
        </p:nvSpPr>
        <p:spPr>
          <a:xfrm rot="10800000">
            <a:off x="10019144" y="6482772"/>
            <a:ext cx="257056" cy="442209"/>
          </a:xfrm>
          <a:prstGeom prst="downArrow">
            <a:avLst/>
          </a:prstGeom>
          <a:noFill/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805CECDA-92CA-ADB9-DED1-220E4B58953C}"/>
              </a:ext>
            </a:extLst>
          </p:cNvPr>
          <p:cNvSpPr/>
          <p:nvPr/>
        </p:nvSpPr>
        <p:spPr>
          <a:xfrm>
            <a:off x="5692301" y="5563898"/>
            <a:ext cx="257056" cy="601017"/>
          </a:xfrm>
          <a:prstGeom prst="downArrow">
            <a:avLst/>
          </a:prstGeom>
          <a:noFill/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4" name="TextBox 45">
            <a:extLst>
              <a:ext uri="{FF2B5EF4-FFF2-40B4-BE49-F238E27FC236}">
                <a16:creationId xmlns:a16="http://schemas.microsoft.com/office/drawing/2014/main" id="{4D2449E6-E8D6-2830-9966-94AF1D707F90}"/>
              </a:ext>
            </a:extLst>
          </p:cNvPr>
          <p:cNvSpPr txBox="1"/>
          <p:nvPr/>
        </p:nvSpPr>
        <p:spPr>
          <a:xfrm>
            <a:off x="12988798" y="3483508"/>
            <a:ext cx="3696987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53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Optimizing the skew-symmetric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8E6A9B27-4497-C8B0-E3B1-6824BB72A21F}"/>
              </a:ext>
            </a:extLst>
          </p:cNvPr>
          <p:cNvGrpSpPr/>
          <p:nvPr/>
        </p:nvGrpSpPr>
        <p:grpSpPr>
          <a:xfrm>
            <a:off x="13199563" y="4417580"/>
            <a:ext cx="3645797" cy="1552770"/>
            <a:chOff x="9422000" y="1387774"/>
            <a:chExt cx="3645797" cy="1552770"/>
          </a:xfrm>
        </p:grpSpPr>
        <p:sp>
          <p:nvSpPr>
            <p:cNvPr id="140" name="Freeform 36">
              <a:extLst>
                <a:ext uri="{FF2B5EF4-FFF2-40B4-BE49-F238E27FC236}">
                  <a16:creationId xmlns:a16="http://schemas.microsoft.com/office/drawing/2014/main" id="{16D10D57-AB41-39E9-5AF6-EF7FE3D5DE1D}"/>
                </a:ext>
              </a:extLst>
            </p:cNvPr>
            <p:cNvSpPr>
              <a:spLocks/>
            </p:cNvSpPr>
            <p:nvPr/>
          </p:nvSpPr>
          <p:spPr>
            <a:xfrm>
              <a:off x="9422000" y="1387774"/>
              <a:ext cx="3486222" cy="1551488"/>
            </a:xfrm>
            <a:custGeom>
              <a:avLst/>
              <a:gdLst/>
              <a:ahLst/>
              <a:cxnLst/>
              <a:rect l="l" t="t" r="r" b="b"/>
              <a:pathLst>
                <a:path w="1456886" h="1468630">
                  <a:moveTo>
                    <a:pt x="0" y="0"/>
                  </a:moveTo>
                  <a:lnTo>
                    <a:pt x="1456886" y="0"/>
                  </a:lnTo>
                  <a:lnTo>
                    <a:pt x="1456886" y="1468630"/>
                  </a:lnTo>
                  <a:lnTo>
                    <a:pt x="0" y="1468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DC19E51-10A8-A5C8-2FE2-B83EFCBB3C55}"/>
                </a:ext>
              </a:extLst>
            </p:cNvPr>
            <p:cNvSpPr txBox="1"/>
            <p:nvPr/>
          </p:nvSpPr>
          <p:spPr>
            <a:xfrm>
              <a:off x="9657191" y="1410638"/>
              <a:ext cx="3410606" cy="1529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effectLst/>
                  <a:latin typeface="Consolas" panose="020B0609020204030204" pitchFamily="49" charset="0"/>
                </a:rPr>
                <a:t>&gt;&gt;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opt_skew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&lt;-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optim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par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init_skew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fn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loglik_wrapper_skew_only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method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"BFGS"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hessian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control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list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maxit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2000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reltol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1e-8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</p:grpSp>
      <p:sp>
        <p:nvSpPr>
          <p:cNvPr id="100" name="Arrow: Down 99">
            <a:extLst>
              <a:ext uri="{FF2B5EF4-FFF2-40B4-BE49-F238E27FC236}">
                <a16:creationId xmlns:a16="http://schemas.microsoft.com/office/drawing/2014/main" id="{373DCADC-7890-EF86-BFEE-3492E4FB7E46}"/>
              </a:ext>
            </a:extLst>
          </p:cNvPr>
          <p:cNvSpPr/>
          <p:nvPr/>
        </p:nvSpPr>
        <p:spPr>
          <a:xfrm rot="10800000">
            <a:off x="10035063" y="3993105"/>
            <a:ext cx="257056" cy="464740"/>
          </a:xfrm>
          <a:prstGeom prst="downArrow">
            <a:avLst/>
          </a:prstGeom>
          <a:noFill/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6" name="TextBox 45">
            <a:extLst>
              <a:ext uri="{FF2B5EF4-FFF2-40B4-BE49-F238E27FC236}">
                <a16:creationId xmlns:a16="http://schemas.microsoft.com/office/drawing/2014/main" id="{871F95E4-5167-48D6-E953-595044279B3C}"/>
              </a:ext>
            </a:extLst>
          </p:cNvPr>
          <p:cNvSpPr txBox="1"/>
          <p:nvPr/>
        </p:nvSpPr>
        <p:spPr>
          <a:xfrm>
            <a:off x="13718384" y="1413618"/>
            <a:ext cx="2886389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Define the initial skew</a:t>
            </a:r>
          </a:p>
        </p:txBody>
      </p:sp>
      <p:sp>
        <p:nvSpPr>
          <p:cNvPr id="134" name="Freeform 36">
            <a:extLst>
              <a:ext uri="{FF2B5EF4-FFF2-40B4-BE49-F238E27FC236}">
                <a16:creationId xmlns:a16="http://schemas.microsoft.com/office/drawing/2014/main" id="{27713A5F-14DB-2189-1BF3-E39405A81EEC}"/>
              </a:ext>
            </a:extLst>
          </p:cNvPr>
          <p:cNvSpPr>
            <a:spLocks/>
          </p:cNvSpPr>
          <p:nvPr/>
        </p:nvSpPr>
        <p:spPr>
          <a:xfrm>
            <a:off x="12988798" y="1934044"/>
            <a:ext cx="3486222" cy="952562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D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F0870F5-F92D-1B10-7601-695F1A2BCE01}"/>
              </a:ext>
            </a:extLst>
          </p:cNvPr>
          <p:cNvSpPr txBox="1"/>
          <p:nvPr/>
        </p:nvSpPr>
        <p:spPr>
          <a:xfrm>
            <a:off x="13076597" y="2227889"/>
            <a:ext cx="3398423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D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init_skew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z0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ifelse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is.na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omega0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D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omega0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omega0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ID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alpha0</a:t>
            </a:r>
            <a:r>
              <a: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F67295C-DCFE-9238-42DC-4D552CF8B52D}"/>
              </a:ext>
            </a:extLst>
          </p:cNvPr>
          <p:cNvGrpSpPr/>
          <p:nvPr/>
        </p:nvGrpSpPr>
        <p:grpSpPr>
          <a:xfrm>
            <a:off x="7666055" y="1684041"/>
            <a:ext cx="4566452" cy="2392529"/>
            <a:chOff x="4180857" y="1341821"/>
            <a:chExt cx="4647296" cy="2354310"/>
          </a:xfrm>
        </p:grpSpPr>
        <p:sp>
          <p:nvSpPr>
            <p:cNvPr id="148" name="Freeform 36">
              <a:extLst>
                <a:ext uri="{FF2B5EF4-FFF2-40B4-BE49-F238E27FC236}">
                  <a16:creationId xmlns:a16="http://schemas.microsoft.com/office/drawing/2014/main" id="{8A222AA5-3DDC-9D52-103A-D0D5BFAD1568}"/>
                </a:ext>
              </a:extLst>
            </p:cNvPr>
            <p:cNvSpPr>
              <a:spLocks/>
            </p:cNvSpPr>
            <p:nvPr/>
          </p:nvSpPr>
          <p:spPr>
            <a:xfrm>
              <a:off x="4254264" y="1341821"/>
              <a:ext cx="4466212" cy="2280024"/>
            </a:xfrm>
            <a:custGeom>
              <a:avLst/>
              <a:gdLst/>
              <a:ahLst/>
              <a:cxnLst/>
              <a:rect l="l" t="t" r="r" b="b"/>
              <a:pathLst>
                <a:path w="1456886" h="1468630">
                  <a:moveTo>
                    <a:pt x="0" y="0"/>
                  </a:moveTo>
                  <a:lnTo>
                    <a:pt x="1456886" y="0"/>
                  </a:lnTo>
                  <a:lnTo>
                    <a:pt x="1456886" y="1468630"/>
                  </a:lnTo>
                  <a:lnTo>
                    <a:pt x="0" y="1468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D" dirty="0"/>
            </a:p>
          </p:txBody>
        </p:sp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5B75A14E-5BA0-CE00-4DFC-257A7CD3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" r="27916"/>
            <a:stretch>
              <a:fillRect/>
            </a:stretch>
          </p:blipFill>
          <p:spPr>
            <a:xfrm>
              <a:off x="4180857" y="1367012"/>
              <a:ext cx="4647296" cy="2329119"/>
            </a:xfrm>
            <a:prstGeom prst="rect">
              <a:avLst/>
            </a:prstGeom>
          </p:spPr>
        </p:pic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FB39951D-C220-2CF2-2F5A-35B58DF44A20}"/>
              </a:ext>
            </a:extLst>
          </p:cNvPr>
          <p:cNvSpPr txBox="1"/>
          <p:nvPr/>
        </p:nvSpPr>
        <p:spPr>
          <a:xfrm>
            <a:off x="4383324" y="3054827"/>
            <a:ext cx="287501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D" sz="1400" dirty="0">
                <a:effectLst/>
                <a:latin typeface="Consolas" panose="020B0609020204030204" pitchFamily="49" charset="0"/>
              </a:rPr>
              <a:t>&gt;&gt;</a:t>
            </a:r>
            <a:r>
              <a:rPr lang="en-ID" sz="140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log_likelihood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alpha0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14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alpha1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14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alpha2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14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zeta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14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omega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14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 </a:t>
            </a:r>
          </a:p>
          <a:p>
            <a:pPr>
              <a:lnSpc>
                <a:spcPts val="1425"/>
              </a:lnSpc>
              <a:buNone/>
            </a:pP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D" sz="14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D" sz="1400" dirty="0">
                <a:latin typeface="Consolas" panose="020B0609020204030204" pitchFamily="49" charset="0"/>
              </a:rPr>
              <a:t>&gt;&gt; </a:t>
            </a:r>
            <a:r>
              <a:rPr lang="en-ID" sz="140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140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dsn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residuals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xi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zeta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omega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omega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D" sz="140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D" sz="14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ID" sz="1400" dirty="0">
                <a:latin typeface="Consolas" panose="020B0609020204030204" pitchFamily="49" charset="0"/>
              </a:rPr>
              <a:t>&gt;&gt; </a:t>
            </a:r>
            <a:r>
              <a:rPr lang="en-ID" sz="140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D" sz="14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D" sz="140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ID" sz="140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}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593E966-1037-F871-F646-9710BC4B815C}"/>
              </a:ext>
            </a:extLst>
          </p:cNvPr>
          <p:cNvSpPr txBox="1"/>
          <p:nvPr/>
        </p:nvSpPr>
        <p:spPr>
          <a:xfrm>
            <a:off x="8621517" y="922278"/>
            <a:ext cx="2492831" cy="315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Define the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AD1B3BCD-FBCB-19CB-ACBD-4B7C9720CECC}"/>
                  </a:ext>
                </a:extLst>
              </p:cNvPr>
              <p:cNvSpPr/>
              <p:nvPr/>
            </p:nvSpPr>
            <p:spPr>
              <a:xfrm>
                <a:off x="14177385" y="1718090"/>
                <a:ext cx="1406753" cy="472342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𝜃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=(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, 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𝛼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)</m:t>
                      </m:r>
                    </m:oMath>
                  </m:oMathPara>
                </a14:m>
                <a:endParaRPr lang="en-ID" sz="1200" dirty="0">
                  <a:latin typeface="New Standard" panose="020B0604020202020204" charset="0"/>
                  <a:cs typeface="New Standard" panose="020B0604020202020204" charset="0"/>
                </a:endParaRPr>
              </a:p>
            </p:txBody>
          </p:sp>
        </mc:Choice>
        <mc:Fallback xmlns=""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AD1B3BCD-FBCB-19CB-ACBD-4B7C9720CE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7385" y="1718090"/>
                <a:ext cx="1406753" cy="472342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Arrow: Down 167">
            <a:extLst>
              <a:ext uri="{FF2B5EF4-FFF2-40B4-BE49-F238E27FC236}">
                <a16:creationId xmlns:a16="http://schemas.microsoft.com/office/drawing/2014/main" id="{AAA609CC-6BB6-6E6A-75DB-2025372351AC}"/>
              </a:ext>
            </a:extLst>
          </p:cNvPr>
          <p:cNvSpPr/>
          <p:nvPr/>
        </p:nvSpPr>
        <p:spPr>
          <a:xfrm>
            <a:off x="14708763" y="2950921"/>
            <a:ext cx="257056" cy="432388"/>
          </a:xfrm>
          <a:prstGeom prst="downArrow">
            <a:avLst/>
          </a:prstGeom>
          <a:noFill/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Rectangle: Rounded Corners 168">
                <a:extLst>
                  <a:ext uri="{FF2B5EF4-FFF2-40B4-BE49-F238E27FC236}">
                    <a16:creationId xmlns:a16="http://schemas.microsoft.com/office/drawing/2014/main" id="{896FD052-F286-958A-A73B-916F9B857F06}"/>
                  </a:ext>
                </a:extLst>
              </p:cNvPr>
              <p:cNvSpPr/>
              <p:nvPr/>
            </p:nvSpPr>
            <p:spPr>
              <a:xfrm>
                <a:off x="13523537" y="3731473"/>
                <a:ext cx="2801937" cy="715166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cs typeface="New Standard" panose="020B060402020202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cs typeface="New Standard" panose="020B060402020202020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cs typeface="New Standard" panose="020B0604020202020204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{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cs typeface="New Standard" panose="020B060402020202020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)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BFGS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ID" sz="1400" dirty="0">
                  <a:latin typeface="New Standard" panose="020B0604020202020204" charset="0"/>
                  <a:cs typeface="New Standard" panose="020B0604020202020204" charset="0"/>
                </a:endParaRPr>
              </a:p>
            </p:txBody>
          </p:sp>
        </mc:Choice>
        <mc:Fallback xmlns="">
          <p:sp>
            <p:nvSpPr>
              <p:cNvPr id="169" name="Rectangle: Rounded Corners 168">
                <a:extLst>
                  <a:ext uri="{FF2B5EF4-FFF2-40B4-BE49-F238E27FC236}">
                    <a16:creationId xmlns:a16="http://schemas.microsoft.com/office/drawing/2014/main" id="{896FD052-F286-958A-A73B-916F9B857F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3537" y="3731473"/>
                <a:ext cx="2801937" cy="71516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60B57328-DF6E-2EF6-D469-A627D6A0B0B0}"/>
                  </a:ext>
                </a:extLst>
              </p:cNvPr>
              <p:cNvSpPr/>
              <p:nvPr/>
            </p:nvSpPr>
            <p:spPr>
              <a:xfrm>
                <a:off x="9243180" y="1272557"/>
                <a:ext cx="1196021" cy="472342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𝑓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, 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,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𝛼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)</m:t>
                      </m:r>
                    </m:oMath>
                  </m:oMathPara>
                </a14:m>
                <a:endParaRPr lang="en-ID" sz="1200" dirty="0">
                  <a:latin typeface="New Standard" panose="020B0604020202020204" charset="0"/>
                  <a:cs typeface="New Standard" panose="020B0604020202020204" charset="0"/>
                </a:endParaRPr>
              </a:p>
            </p:txBody>
          </p:sp>
        </mc:Choice>
        <mc:Fallback xmlns=""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60B57328-DF6E-2EF6-D469-A627D6A0B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180" y="1272557"/>
                <a:ext cx="1196021" cy="472342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TextBox 49">
            <a:extLst>
              <a:ext uri="{FF2B5EF4-FFF2-40B4-BE49-F238E27FC236}">
                <a16:creationId xmlns:a16="http://schemas.microsoft.com/office/drawing/2014/main" id="{50BB6039-ED57-760D-3838-1BF85C37DC8A}"/>
              </a:ext>
            </a:extLst>
          </p:cNvPr>
          <p:cNvSpPr txBox="1"/>
          <p:nvPr/>
        </p:nvSpPr>
        <p:spPr>
          <a:xfrm>
            <a:off x="153246" y="956249"/>
            <a:ext cx="4737339" cy="357119"/>
          </a:xfrm>
          <a:prstGeom prst="round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  <a:spcBef>
                <a:spcPct val="0"/>
              </a:spcBef>
            </a:pPr>
            <a:r>
              <a:rPr lang="en-US" sz="1600" b="1" dirty="0">
                <a:solidFill>
                  <a:sysClr val="windowText" lastClr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Simplified Outline of Code in R-Language</a:t>
            </a:r>
          </a:p>
        </p:txBody>
      </p: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5DFEDF5E-74A1-7C1A-E96E-F3DB79C4A664}"/>
              </a:ext>
            </a:extLst>
          </p:cNvPr>
          <p:cNvSpPr/>
          <p:nvPr/>
        </p:nvSpPr>
        <p:spPr>
          <a:xfrm>
            <a:off x="14795977" y="6017416"/>
            <a:ext cx="257056" cy="576683"/>
          </a:xfrm>
          <a:prstGeom prst="downArrow">
            <a:avLst/>
          </a:prstGeom>
          <a:noFill/>
          <a:ln w="1905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C4CF882-FC45-8AEA-19B1-8E987852FD03}"/>
              </a:ext>
            </a:extLst>
          </p:cNvPr>
          <p:cNvGrpSpPr/>
          <p:nvPr/>
        </p:nvGrpSpPr>
        <p:grpSpPr>
          <a:xfrm>
            <a:off x="12947194" y="7386258"/>
            <a:ext cx="5763776" cy="1775889"/>
            <a:chOff x="12268200" y="7421598"/>
            <a:chExt cx="5763776" cy="1775889"/>
          </a:xfrm>
        </p:grpSpPr>
        <p:sp>
          <p:nvSpPr>
            <p:cNvPr id="204" name="Freeform 36">
              <a:extLst>
                <a:ext uri="{FF2B5EF4-FFF2-40B4-BE49-F238E27FC236}">
                  <a16:creationId xmlns:a16="http://schemas.microsoft.com/office/drawing/2014/main" id="{5A206BFB-210C-6FE8-89AB-8FA43C43BD4C}"/>
                </a:ext>
              </a:extLst>
            </p:cNvPr>
            <p:cNvSpPr>
              <a:spLocks/>
            </p:cNvSpPr>
            <p:nvPr/>
          </p:nvSpPr>
          <p:spPr>
            <a:xfrm>
              <a:off x="12268200" y="7421598"/>
              <a:ext cx="4772868" cy="1733187"/>
            </a:xfrm>
            <a:custGeom>
              <a:avLst/>
              <a:gdLst/>
              <a:ahLst/>
              <a:cxnLst/>
              <a:rect l="l" t="t" r="r" b="b"/>
              <a:pathLst>
                <a:path w="1456886" h="1468630">
                  <a:moveTo>
                    <a:pt x="0" y="0"/>
                  </a:moveTo>
                  <a:lnTo>
                    <a:pt x="1456886" y="0"/>
                  </a:lnTo>
                  <a:lnTo>
                    <a:pt x="1456886" y="1468630"/>
                  </a:lnTo>
                  <a:lnTo>
                    <a:pt x="0" y="1468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606EC6C-A6ED-E912-A804-86AAFB34252D}"/>
                </a:ext>
              </a:extLst>
            </p:cNvPr>
            <p:cNvSpPr txBox="1"/>
            <p:nvPr/>
          </p:nvSpPr>
          <p:spPr>
            <a:xfrm>
              <a:off x="12610310" y="7488045"/>
              <a:ext cx="5421666" cy="17094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model_refined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&lt;-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list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lm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lm_fe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coef_table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summary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lm_fe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</a:t>
              </a:r>
              <a:r>
                <a:rPr lang="en-ID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coefficients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skew_table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skew_table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skew_logLik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opt_skew</a:t>
              </a:r>
              <a:r>
                <a:rPr lang="en-ID" sz="1400" b="0" dirty="0" err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$</a:t>
              </a:r>
              <a:r>
                <a:rPr lang="en-ID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value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dirty="0">
                  <a:solidFill>
                    <a:srgbClr val="3B3B3B"/>
                  </a:solidFill>
                  <a:latin typeface="Consolas" panose="020B0609020204030204" pitchFamily="49" charset="0"/>
                </a:rPr>
                <a:t>  </a:t>
              </a:r>
              <a:r>
                <a:rPr lang="en-ID" sz="1400" dirty="0">
                  <a:solidFill>
                    <a:srgbClr val="001080"/>
                  </a:solidFill>
                  <a:latin typeface="Consolas" panose="020B0609020204030204" pitchFamily="49" charset="0"/>
                </a:rPr>
                <a:t>residuals</a:t>
              </a:r>
              <a:r>
                <a:rPr lang="en-ID" sz="1400" dirty="0">
                  <a:solidFill>
                    <a:srgbClr val="3B3B3B"/>
                  </a:solidFill>
                  <a:latin typeface="Consolas" panose="020B0609020204030204" pitchFamily="49" charset="0"/>
                </a:rPr>
                <a:t> = </a:t>
              </a:r>
              <a:r>
                <a:rPr lang="en-ID" sz="1400" dirty="0">
                  <a:solidFill>
                    <a:srgbClr val="795E26"/>
                  </a:solidFill>
                  <a:latin typeface="Consolas" panose="020B0609020204030204" pitchFamily="49" charset="0"/>
                </a:rPr>
                <a:t>residuals</a:t>
              </a:r>
              <a:r>
                <a:rPr lang="en-ID" sz="1400" dirty="0">
                  <a:solidFill>
                    <a:srgbClr val="3B3B3B"/>
                  </a:solidFill>
                  <a:latin typeface="Consolas" panose="020B0609020204030204" pitchFamily="49" charset="0"/>
                </a:rPr>
                <a:t>(</a:t>
              </a:r>
              <a:r>
                <a:rPr lang="en-ID" sz="1400" dirty="0" err="1">
                  <a:solidFill>
                    <a:srgbClr val="001080"/>
                  </a:solidFill>
                  <a:latin typeface="Consolas" panose="020B0609020204030204" pitchFamily="49" charset="0"/>
                </a:rPr>
                <a:t>lm_fe</a:t>
              </a:r>
              <a:r>
                <a:rPr lang="en-ID" sz="1400" dirty="0">
                  <a:solidFill>
                    <a:srgbClr val="3B3B3B"/>
                  </a:solidFill>
                  <a:latin typeface="Consolas" panose="020B0609020204030204" pitchFamily="49" charset="0"/>
                </a:rPr>
                <a:t>)</a:t>
              </a:r>
              <a:endPara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call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match.call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ID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class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ID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model_refined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ID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&lt;-</a:t>
              </a:r>
              <a:r>
                <a:rPr lang="en-ID" sz="1400" b="0" dirty="0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ID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"model_refined"</a:t>
              </a:r>
              <a:endParaRPr lang="en-ID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83" name="TextBox 45">
            <a:extLst>
              <a:ext uri="{FF2B5EF4-FFF2-40B4-BE49-F238E27FC236}">
                <a16:creationId xmlns:a16="http://schemas.microsoft.com/office/drawing/2014/main" id="{A0671F5A-A1C4-E372-F67C-8243E8F800A1}"/>
              </a:ext>
            </a:extLst>
          </p:cNvPr>
          <p:cNvSpPr txBox="1"/>
          <p:nvPr/>
        </p:nvSpPr>
        <p:spPr>
          <a:xfrm>
            <a:off x="13289304" y="6643729"/>
            <a:ext cx="3696987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53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ew Standard"/>
                <a:ea typeface="New Standard"/>
                <a:cs typeface="New Standard"/>
                <a:sym typeface="New Standard"/>
              </a:rPr>
              <a:t>Redefining the Regression and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Rectangle: Rounded Corners 188">
                <a:extLst>
                  <a:ext uri="{FF2B5EF4-FFF2-40B4-BE49-F238E27FC236}">
                    <a16:creationId xmlns:a16="http://schemas.microsoft.com/office/drawing/2014/main" id="{AC1F93CC-B87F-D8A8-24AB-CA683BB518BB}"/>
                  </a:ext>
                </a:extLst>
              </p:cNvPr>
              <p:cNvSpPr/>
              <p:nvPr/>
            </p:nvSpPr>
            <p:spPr>
              <a:xfrm>
                <a:off x="13425010" y="6951235"/>
                <a:ext cx="3613783" cy="516951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log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𝑅</m:t>
                          </m:r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log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𝐴</m:t>
                          </m:r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log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𝑁</m:t>
                          </m:r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  <a:cs typeface="New Standard" panose="020B0604020202020204" charset="0"/>
                        </a:rPr>
                        <m:t>+</m:t>
                      </m:r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log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New Standard" panose="020B0604020202020204" charset="0"/>
                            </a:rPr>
                            <m:t>𝜖</m:t>
                          </m:r>
                        </m:e>
                      </m:func>
                    </m:oMath>
                  </m:oMathPara>
                </a14:m>
                <a:endParaRPr lang="en-ID" sz="1400" dirty="0">
                  <a:latin typeface="New Standard" panose="020B0604020202020204" charset="0"/>
                  <a:cs typeface="New Standard" panose="020B0604020202020204" charset="0"/>
                </a:endParaRPr>
              </a:p>
            </p:txBody>
          </p:sp>
        </mc:Choice>
        <mc:Fallback xmlns="">
          <p:sp>
            <p:nvSpPr>
              <p:cNvPr id="189" name="Rectangle: Rounded Corners 188">
                <a:extLst>
                  <a:ext uri="{FF2B5EF4-FFF2-40B4-BE49-F238E27FC236}">
                    <a16:creationId xmlns:a16="http://schemas.microsoft.com/office/drawing/2014/main" id="{AC1F93CC-B87F-D8A8-24AB-CA683BB518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5010" y="6951235"/>
                <a:ext cx="3613783" cy="516951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24EDCFC0-BD9E-919F-F165-8EDFF35F460B}"/>
              </a:ext>
            </a:extLst>
          </p:cNvPr>
          <p:cNvCxnSpPr/>
          <p:nvPr/>
        </p:nvCxnSpPr>
        <p:spPr>
          <a:xfrm flipH="1" flipV="1">
            <a:off x="7401005" y="5444958"/>
            <a:ext cx="740215" cy="2007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45">
            <a:extLst>
              <a:ext uri="{FF2B5EF4-FFF2-40B4-BE49-F238E27FC236}">
                <a16:creationId xmlns:a16="http://schemas.microsoft.com/office/drawing/2014/main" id="{2467255F-8766-4FC8-75D4-76EF3540B542}"/>
              </a:ext>
            </a:extLst>
          </p:cNvPr>
          <p:cNvSpPr txBox="1"/>
          <p:nvPr/>
        </p:nvSpPr>
        <p:spPr>
          <a:xfrm>
            <a:off x="7114068" y="5671280"/>
            <a:ext cx="1035804" cy="89386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105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*in the code, the regression is inside the log-likelihood function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6A55E1E7-F84A-388A-EA9C-38848BB6EB51}"/>
              </a:ext>
            </a:extLst>
          </p:cNvPr>
          <p:cNvSpPr/>
          <p:nvPr/>
        </p:nvSpPr>
        <p:spPr>
          <a:xfrm>
            <a:off x="3866194" y="2425249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1.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3A3CCE4-ECBC-F958-E952-EEA517B2D8B4}"/>
              </a:ext>
            </a:extLst>
          </p:cNvPr>
          <p:cNvSpPr/>
          <p:nvPr/>
        </p:nvSpPr>
        <p:spPr>
          <a:xfrm>
            <a:off x="3874816" y="6745697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2.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DD0B9BD4-DBA9-838D-D23F-C4ECF98B2D5D}"/>
              </a:ext>
            </a:extLst>
          </p:cNvPr>
          <p:cNvSpPr/>
          <p:nvPr/>
        </p:nvSpPr>
        <p:spPr>
          <a:xfrm>
            <a:off x="7703090" y="7771667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3.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061863A-9934-DE90-0ACD-A129CF692F11}"/>
              </a:ext>
            </a:extLst>
          </p:cNvPr>
          <p:cNvSpPr/>
          <p:nvPr/>
        </p:nvSpPr>
        <p:spPr>
          <a:xfrm>
            <a:off x="7980778" y="5012823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4.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5E10227-7726-E7F1-6B64-7C9DD2198E7E}"/>
              </a:ext>
            </a:extLst>
          </p:cNvPr>
          <p:cNvSpPr/>
          <p:nvPr/>
        </p:nvSpPr>
        <p:spPr>
          <a:xfrm>
            <a:off x="7343250" y="1273252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5.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10C279C3-C6C1-C96A-67CB-5F53610ADC10}"/>
              </a:ext>
            </a:extLst>
          </p:cNvPr>
          <p:cNvSpPr/>
          <p:nvPr/>
        </p:nvSpPr>
        <p:spPr>
          <a:xfrm>
            <a:off x="12745010" y="1625274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6.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8006EA64-6417-1269-2DFB-3DF102B75713}"/>
              </a:ext>
            </a:extLst>
          </p:cNvPr>
          <p:cNvSpPr/>
          <p:nvPr/>
        </p:nvSpPr>
        <p:spPr>
          <a:xfrm>
            <a:off x="12841653" y="4141227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7.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F6628808-C36B-F4A7-909F-5894E0FCC5EE}"/>
              </a:ext>
            </a:extLst>
          </p:cNvPr>
          <p:cNvSpPr/>
          <p:nvPr/>
        </p:nvSpPr>
        <p:spPr>
          <a:xfrm>
            <a:off x="12638043" y="7312867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8.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5DEDE28-70F2-3E78-03B5-19B610F141B8}"/>
              </a:ext>
            </a:extLst>
          </p:cNvPr>
          <p:cNvGrpSpPr/>
          <p:nvPr/>
        </p:nvGrpSpPr>
        <p:grpSpPr>
          <a:xfrm>
            <a:off x="-22103" y="1423148"/>
            <a:ext cx="3513089" cy="2681902"/>
            <a:chOff x="41428" y="2883014"/>
            <a:chExt cx="3513089" cy="268190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FE3D8D-21DA-3C10-6493-F941141BF2E3}"/>
                </a:ext>
              </a:extLst>
            </p:cNvPr>
            <p:cNvSpPr txBox="1"/>
            <p:nvPr/>
          </p:nvSpPr>
          <p:spPr>
            <a:xfrm>
              <a:off x="41428" y="3071926"/>
              <a:ext cx="1186646" cy="2492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readxl</a:t>
              </a:r>
              <a:r>
                <a:rPr lang="en-ID" sz="1200" dirty="0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tidyverse</a:t>
              </a:r>
              <a:endParaRPr lang="en-ID" sz="12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lmtest</a:t>
              </a:r>
              <a:endParaRPr lang="en-ID" sz="12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sandwich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sn</a:t>
              </a:r>
              <a:endParaRPr lang="en-ID" sz="12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optimx</a:t>
              </a:r>
              <a:endParaRPr lang="en-ID" sz="12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car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ggplot2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plotly</a:t>
              </a:r>
              <a:endParaRPr lang="en-ID" sz="12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psych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knitr</a:t>
              </a:r>
              <a:endParaRPr lang="en-ID" sz="12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MASS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D" sz="1200" dirty="0" err="1">
                  <a:solidFill>
                    <a:schemeClr val="tx2"/>
                  </a:solidFill>
                  <a:latin typeface="New Standard" panose="020B0604020202020204" charset="0"/>
                  <a:ea typeface="New Standard" panose="020B0604020202020204" charset="0"/>
                </a:rPr>
                <a:t>gridExtra</a:t>
              </a:r>
              <a:endParaRPr lang="en-ID" sz="12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endParaRPr>
            </a:p>
          </p:txBody>
        </p:sp>
        <p:sp>
          <p:nvSpPr>
            <p:cNvPr id="25" name="TextBox 45">
              <a:extLst>
                <a:ext uri="{FF2B5EF4-FFF2-40B4-BE49-F238E27FC236}">
                  <a16:creationId xmlns:a16="http://schemas.microsoft.com/office/drawing/2014/main" id="{C3F4AFCF-25BE-7761-F664-6647A7969745}"/>
                </a:ext>
              </a:extLst>
            </p:cNvPr>
            <p:cNvSpPr txBox="1"/>
            <p:nvPr/>
          </p:nvSpPr>
          <p:spPr>
            <a:xfrm>
              <a:off x="119161" y="2883014"/>
              <a:ext cx="2565619" cy="2036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1653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*Libraries used: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AA6F3D-22D4-A40D-74C2-8103D39A618C}"/>
                </a:ext>
              </a:extLst>
            </p:cNvPr>
            <p:cNvSpPr txBox="1"/>
            <p:nvPr/>
          </p:nvSpPr>
          <p:spPr>
            <a:xfrm>
              <a:off x="1096387" y="3109097"/>
              <a:ext cx="20095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Importing Excel-based financial data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9A16E84-34F4-A903-FDEB-214F04771FCC}"/>
                </a:ext>
              </a:extLst>
            </p:cNvPr>
            <p:cNvSpPr txBox="1"/>
            <p:nvPr/>
          </p:nvSpPr>
          <p:spPr>
            <a:xfrm>
              <a:off x="1094005" y="3310927"/>
              <a:ext cx="215485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Data manipulation and transformation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795923A-E4E6-3703-7F26-9FD1362B3B1E}"/>
                </a:ext>
              </a:extLst>
            </p:cNvPr>
            <p:cNvSpPr txBox="1"/>
            <p:nvPr/>
          </p:nvSpPr>
          <p:spPr>
            <a:xfrm>
              <a:off x="1091623" y="3472234"/>
              <a:ext cx="246289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Regression diagnostics (e.g. BP,DW tests)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ED62E24-1908-8A42-36AC-18C972D3F657}"/>
                </a:ext>
              </a:extLst>
            </p:cNvPr>
            <p:cNvSpPr txBox="1"/>
            <p:nvPr/>
          </p:nvSpPr>
          <p:spPr>
            <a:xfrm>
              <a:off x="1078705" y="3638689"/>
              <a:ext cx="22222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Robust variance–covariance estimation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BA869D7-A7FF-3618-7315-D7D8898825EB}"/>
                </a:ext>
              </a:extLst>
            </p:cNvPr>
            <p:cNvSpPr txBox="1"/>
            <p:nvPr/>
          </p:nvSpPr>
          <p:spPr>
            <a:xfrm>
              <a:off x="1076324" y="3819783"/>
              <a:ext cx="22222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The Skew-Normal Distribution function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B639E1A-1006-46C7-916B-B4A6086FB244}"/>
                </a:ext>
              </a:extLst>
            </p:cNvPr>
            <p:cNvSpPr txBox="1"/>
            <p:nvPr/>
          </p:nvSpPr>
          <p:spPr>
            <a:xfrm>
              <a:off x="1081086" y="4014660"/>
              <a:ext cx="22222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The optimization for BFGS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2E655C4-07DC-8C08-8ACA-0E25CDFD28B0}"/>
                </a:ext>
              </a:extLst>
            </p:cNvPr>
            <p:cNvSpPr txBox="1"/>
            <p:nvPr/>
          </p:nvSpPr>
          <p:spPr>
            <a:xfrm>
              <a:off x="1081086" y="4198373"/>
              <a:ext cx="22222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Regression utilities and </a:t>
              </a:r>
              <a:r>
                <a:rPr lang="en-ID" sz="800" dirty="0" err="1">
                  <a:latin typeface="New Standard" panose="020B0604020202020204" charset="0"/>
                  <a:ea typeface="New Standard" panose="020B0604020202020204" charset="0"/>
                </a:rPr>
                <a:t>diagonstics</a:t>
              </a:r>
              <a:endParaRPr lang="en-ID" sz="800" dirty="0">
                <a:latin typeface="New Standard" panose="020B0604020202020204" charset="0"/>
                <a:ea typeface="New Standard" panose="020B060402020202020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AAD0DBD-A603-FD73-AC7F-8680D8353D35}"/>
                </a:ext>
              </a:extLst>
            </p:cNvPr>
            <p:cNvSpPr txBox="1"/>
            <p:nvPr/>
          </p:nvSpPr>
          <p:spPr>
            <a:xfrm>
              <a:off x="1078706" y="4409836"/>
              <a:ext cx="230310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Data visualization (later for diagnostics plot)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B381A5B-F1DE-6F47-0D79-654572717D7B}"/>
                </a:ext>
              </a:extLst>
            </p:cNvPr>
            <p:cNvSpPr txBox="1"/>
            <p:nvPr/>
          </p:nvSpPr>
          <p:spPr>
            <a:xfrm>
              <a:off x="1076324" y="4572436"/>
              <a:ext cx="22222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The 3D plot of Cobb-Douglas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43F897-4586-A39B-D971-852635567746}"/>
                </a:ext>
              </a:extLst>
            </p:cNvPr>
            <p:cNvSpPr txBox="1"/>
            <p:nvPr/>
          </p:nvSpPr>
          <p:spPr>
            <a:xfrm>
              <a:off x="1073943" y="4747985"/>
              <a:ext cx="22222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Descriptive stats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B1331E9-E65D-D8DF-728E-BAB1DF25A758}"/>
                </a:ext>
              </a:extLst>
            </p:cNvPr>
            <p:cNvSpPr txBox="1"/>
            <p:nvPr/>
          </p:nvSpPr>
          <p:spPr>
            <a:xfrm>
              <a:off x="1066800" y="4923464"/>
              <a:ext cx="22222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For readable output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48D3160-5A9A-2A1D-CD10-504EAFAD37D7}"/>
                </a:ext>
              </a:extLst>
            </p:cNvPr>
            <p:cNvSpPr txBox="1"/>
            <p:nvPr/>
          </p:nvSpPr>
          <p:spPr>
            <a:xfrm>
              <a:off x="1066800" y="5089424"/>
              <a:ext cx="22222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The pseudo-inverse for </a:t>
              </a:r>
              <a:r>
                <a:rPr lang="en-ID" sz="800" dirty="0" err="1">
                  <a:latin typeface="New Standard" panose="020B0604020202020204" charset="0"/>
                  <a:ea typeface="New Standard" panose="020B0604020202020204" charset="0"/>
                </a:rPr>
                <a:t>Heissan</a:t>
              </a:r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 matrix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1D88E69-5D24-87D5-7F0D-F3575EA05E16}"/>
                </a:ext>
              </a:extLst>
            </p:cNvPr>
            <p:cNvSpPr txBox="1"/>
            <p:nvPr/>
          </p:nvSpPr>
          <p:spPr>
            <a:xfrm>
              <a:off x="1061900" y="5297107"/>
              <a:ext cx="222223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– </a:t>
              </a:r>
              <a:r>
                <a:rPr lang="en-ID" sz="800" dirty="0" err="1">
                  <a:latin typeface="New Standard" panose="020B0604020202020204" charset="0"/>
                  <a:ea typeface="New Standard" panose="020B0604020202020204" charset="0"/>
                </a:rPr>
                <a:t>Multipanel</a:t>
              </a:r>
              <a:r>
                <a:rPr lang="en-ID" sz="800" dirty="0">
                  <a:latin typeface="New Standard" panose="020B0604020202020204" charset="0"/>
                  <a:ea typeface="New Standard" panose="020B0604020202020204" charset="0"/>
                </a:rPr>
                <a:t> figure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795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27712" y="-402313"/>
            <a:ext cx="18563719" cy="1046351"/>
            <a:chOff x="0" y="-86574"/>
            <a:chExt cx="24751626" cy="2832813"/>
          </a:xfrm>
        </p:grpSpPr>
        <p:grpSp>
          <p:nvGrpSpPr>
            <p:cNvPr id="11" name="Group 11"/>
            <p:cNvGrpSpPr/>
            <p:nvPr/>
          </p:nvGrpSpPr>
          <p:grpSpPr>
            <a:xfrm>
              <a:off x="2683017" y="-86574"/>
              <a:ext cx="22068609" cy="2819431"/>
              <a:chOff x="0" y="-9525"/>
              <a:chExt cx="2428028" cy="31019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110188"/>
                <a:ext cx="2391646" cy="190486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950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9503"/>
                    </a:lnTo>
                    <a:lnTo>
                      <a:pt x="0" y="28950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2428028" cy="2990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207475"/>
              <a:ext cx="14206908" cy="2538764"/>
              <a:chOff x="0" y="-9525"/>
              <a:chExt cx="1563070" cy="27931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77958"/>
                <a:ext cx="1563070" cy="19183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57273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57273"/>
                    </a:lnTo>
                    <a:lnTo>
                      <a:pt x="1359870" y="257273"/>
                    </a:lnTo>
                    <a:lnTo>
                      <a:pt x="1563070" y="128637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1448770" cy="266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-275719" y="9562574"/>
            <a:ext cx="18811726" cy="2057840"/>
            <a:chOff x="0" y="-87990"/>
            <a:chExt cx="25082301" cy="2743785"/>
          </a:xfrm>
        </p:grpSpPr>
        <p:grpSp>
          <p:nvGrpSpPr>
            <p:cNvPr id="18" name="Group 18"/>
            <p:cNvGrpSpPr/>
            <p:nvPr/>
          </p:nvGrpSpPr>
          <p:grpSpPr>
            <a:xfrm>
              <a:off x="2652622" y="-87990"/>
              <a:ext cx="22429679" cy="2743785"/>
              <a:chOff x="0" y="-9525"/>
              <a:chExt cx="2428028" cy="29701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392232" cy="99578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7492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7492"/>
                    </a:lnTo>
                    <a:lnTo>
                      <a:pt x="0" y="287492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2428028" cy="297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-87990"/>
              <a:ext cx="13664169" cy="2464942"/>
              <a:chOff x="0" y="-9525"/>
              <a:chExt cx="1479156" cy="26683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9796" y="0"/>
                <a:ext cx="1439360" cy="97109"/>
              </a:xfrm>
              <a:custGeom>
                <a:avLst/>
                <a:gdLst/>
                <a:ahLst/>
                <a:cxnLst/>
                <a:rect l="l" t="t" r="r" b="b"/>
                <a:pathLst>
                  <a:path w="1479156" h="257307">
                    <a:moveTo>
                      <a:pt x="1275956" y="0"/>
                    </a:moveTo>
                    <a:lnTo>
                      <a:pt x="0" y="0"/>
                    </a:lnTo>
                    <a:lnTo>
                      <a:pt x="0" y="257307"/>
                    </a:lnTo>
                    <a:lnTo>
                      <a:pt x="1275956" y="257307"/>
                    </a:lnTo>
                    <a:lnTo>
                      <a:pt x="1479156" y="128653"/>
                    </a:lnTo>
                    <a:lnTo>
                      <a:pt x="1275956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9525"/>
                <a:ext cx="1364856" cy="2668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558457" y="150897"/>
              <a:ext cx="11160849" cy="492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10"/>
                </a:lnSpc>
                <a:spcBef>
                  <a:spcPct val="0"/>
                </a:spcBef>
              </a:pPr>
              <a:r>
                <a:rPr lang="en-US" sz="1079" b="1" i="1" dirty="0">
                  <a:solidFill>
                    <a:srgbClr val="FFFFFF">
                      <a:alpha val="78824"/>
                    </a:srgbClr>
                  </a:solidFill>
                  <a:latin typeface="New Standard Bold Italics"/>
                  <a:ea typeface="New Standard Bold Italics"/>
                  <a:cs typeface="New Standard Bold Italics"/>
                  <a:sym typeface="New Standard Bold Italics"/>
                </a:rPr>
                <a:t>Skew-Symmetric Error Distribution Analysis of Elasticity Dynamics of Firm Financial Statement Components: A Case Study in Indonesian Stock Markets using The Cobb-Douglas Linearized Log Form 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828800" y="3275472"/>
            <a:ext cx="3372838" cy="362388"/>
            <a:chOff x="0" y="0"/>
            <a:chExt cx="1615127" cy="17353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15127" cy="173534"/>
            </a:xfrm>
            <a:custGeom>
              <a:avLst/>
              <a:gdLst/>
              <a:ahLst/>
              <a:cxnLst/>
              <a:rect l="l" t="t" r="r" b="b"/>
              <a:pathLst>
                <a:path w="1615127" h="173534">
                  <a:moveTo>
                    <a:pt x="64270" y="0"/>
                  </a:moveTo>
                  <a:lnTo>
                    <a:pt x="1550856" y="0"/>
                  </a:lnTo>
                  <a:cubicBezTo>
                    <a:pt x="1586352" y="0"/>
                    <a:pt x="1615127" y="28775"/>
                    <a:pt x="1615127" y="64270"/>
                  </a:cubicBezTo>
                  <a:lnTo>
                    <a:pt x="1615127" y="109264"/>
                  </a:lnTo>
                  <a:cubicBezTo>
                    <a:pt x="1615127" y="144759"/>
                    <a:pt x="1586352" y="173534"/>
                    <a:pt x="1550856" y="173534"/>
                  </a:cubicBezTo>
                  <a:lnTo>
                    <a:pt x="64270" y="173534"/>
                  </a:lnTo>
                  <a:cubicBezTo>
                    <a:pt x="28775" y="173534"/>
                    <a:pt x="0" y="144759"/>
                    <a:pt x="0" y="109264"/>
                  </a:cubicBezTo>
                  <a:lnTo>
                    <a:pt x="0" y="64270"/>
                  </a:lnTo>
                  <a:cubicBezTo>
                    <a:pt x="0" y="28775"/>
                    <a:pt x="28775" y="0"/>
                    <a:pt x="64270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1615127" cy="202109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1997"/>
                </a:lnSpc>
              </a:pPr>
              <a:r>
                <a:rPr lang="en-US" sz="1426" b="1" dirty="0">
                  <a:solidFill>
                    <a:srgbClr val="FEFEFE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Regression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5122622" y="3890487"/>
            <a:ext cx="2710212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18"/>
              </a:lnSpc>
              <a:spcBef>
                <a:spcPct val="0"/>
              </a:spcBef>
            </a:pPr>
            <a:endParaRPr lang="en-US" sz="1100" b="1" dirty="0">
              <a:solidFill>
                <a:srgbClr val="000000"/>
              </a:solidFill>
              <a:latin typeface="New Standard Bold"/>
              <a:ea typeface="New Standard Bold"/>
              <a:cs typeface="New Standard Bold"/>
              <a:sym typeface="New Standard Bol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43123" y="254043"/>
            <a:ext cx="9316977" cy="2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3678" b="1" dirty="0">
                <a:solidFill>
                  <a:srgbClr val="FFFFFF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4. Results - Stats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218500" y="3754509"/>
            <a:ext cx="3081378" cy="215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4653" lvl="1" indent="-137327" algn="l">
              <a:lnSpc>
                <a:spcPts val="1780"/>
              </a:lnSpc>
              <a:spcBef>
                <a:spcPct val="0"/>
              </a:spcBef>
              <a:buFont typeface="Arial"/>
              <a:buChar char="•"/>
            </a:pPr>
            <a:r>
              <a:rPr lang="en-US" sz="1272" b="1" dirty="0">
                <a:solidFill>
                  <a:srgbClr val="000000"/>
                </a:solidFill>
                <a:latin typeface="LM Roman 10" panose="00000500000000000000" pitchFamily="50" charset="0"/>
                <a:ea typeface="New Standard Bold"/>
                <a:cs typeface="New Standard Bold"/>
                <a:sym typeface="New Standard Bold"/>
              </a:rPr>
              <a:t>Classical Regression Results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436701" y="5833952"/>
            <a:ext cx="4379268" cy="443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0000" lvl="1" indent="-135000" algn="l">
              <a:lnSpc>
                <a:spcPts val="1750"/>
              </a:lnSpc>
              <a:spcBef>
                <a:spcPct val="0"/>
              </a:spcBef>
              <a:buFont typeface="Arial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LM Roman 10" panose="00000500000000000000" pitchFamily="50" charset="0"/>
                <a:ea typeface="New Standard Bold"/>
                <a:cs typeface="New Standard Bold"/>
                <a:sym typeface="New Standard Bold"/>
              </a:rPr>
              <a:t>Optimization results for the Skew-Symmetric model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61369" y="7106139"/>
            <a:ext cx="4815527" cy="214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0000" lvl="1" indent="-135000" algn="l">
              <a:lnSpc>
                <a:spcPts val="1750"/>
              </a:lnSpc>
              <a:spcBef>
                <a:spcPct val="0"/>
              </a:spcBef>
              <a:buFont typeface="Arial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LM Roman 10" panose="00000500000000000000" pitchFamily="50" charset="0"/>
                <a:ea typeface="New Standard Bold"/>
                <a:cs typeface="New Standard Bold"/>
                <a:sym typeface="New Standard Bold"/>
              </a:rPr>
              <a:t>The Regression results for the Skew-Symmetric model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137764" y="7588820"/>
            <a:ext cx="3095827" cy="179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6250" lvl="1" indent="-118125" algn="l">
              <a:lnSpc>
                <a:spcPts val="1531"/>
              </a:lnSpc>
              <a:spcBef>
                <a:spcPct val="0"/>
              </a:spcBef>
              <a:buFont typeface="Arial"/>
              <a:buChar char="•"/>
            </a:pPr>
            <a:r>
              <a:rPr lang="en-US" sz="1094" b="1" dirty="0">
                <a:solidFill>
                  <a:srgbClr val="000000"/>
                </a:solidFill>
                <a:latin typeface="LM Roman 10" panose="00000500000000000000" pitchFamily="50" charset="0"/>
                <a:ea typeface="New Standard Bold"/>
                <a:cs typeface="New Standard Bold"/>
                <a:sym typeface="New Standard Bold"/>
              </a:rPr>
              <a:t>Shapiro-Wilk Test for Normal Data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467803" y="3819602"/>
            <a:ext cx="3903116" cy="202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6799" lvl="1" indent="-133400" algn="l">
              <a:lnSpc>
                <a:spcPts val="1730"/>
              </a:lnSpc>
              <a:spcBef>
                <a:spcPct val="0"/>
              </a:spcBef>
              <a:buFont typeface="Arial"/>
              <a:buChar char="•"/>
            </a:pPr>
            <a:r>
              <a:rPr lang="en-US" sz="1235" b="1" dirty="0">
                <a:solidFill>
                  <a:srgbClr val="000000"/>
                </a:solidFill>
                <a:latin typeface="LM Roman 10" panose="00000500000000000000" pitchFamily="50" charset="0"/>
                <a:ea typeface="New Standard Bold"/>
                <a:cs typeface="New Standard Bold"/>
                <a:sym typeface="New Standard Bold"/>
              </a:rPr>
              <a:t>Autocorrelation and Heteroskedasticity Test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180229" y="5811207"/>
            <a:ext cx="2570005" cy="191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44659" lvl="1" indent="-122330" algn="l">
              <a:lnSpc>
                <a:spcPts val="1586"/>
              </a:lnSpc>
              <a:spcBef>
                <a:spcPct val="0"/>
              </a:spcBef>
              <a:buFont typeface="Arial"/>
              <a:buChar char="•"/>
            </a:pPr>
            <a:r>
              <a:rPr lang="en-US" sz="1133" b="1" dirty="0">
                <a:solidFill>
                  <a:srgbClr val="000000"/>
                </a:solidFill>
                <a:latin typeface="LM Roman 10" panose="00000500000000000000" pitchFamily="50" charset="0"/>
                <a:ea typeface="New Standard Bold"/>
                <a:cs typeface="New Standard Bold"/>
                <a:sym typeface="New Standard Bold"/>
              </a:rPr>
              <a:t>Information Criterion Tests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2381269" y="1703485"/>
            <a:ext cx="2286971" cy="9931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373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Based on the summary of descriptive statistics, the data shows a</a:t>
            </a:r>
            <a:r>
              <a:rPr lang="en-US" sz="12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 heavily skewed data for the Revenue and Total Assets</a:t>
            </a: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 of each firm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476071" y="4086760"/>
            <a:ext cx="2336449" cy="136391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04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Shows </a:t>
            </a:r>
            <a:r>
              <a:rPr lang="en-US" sz="12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strong significance</a:t>
            </a: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 in both log-assets and log-employees. R-squared = 0.9343 means 93.43% of revenue variation is explained.</a:t>
            </a:r>
          </a:p>
          <a:p>
            <a:pPr algn="just">
              <a:lnSpc>
                <a:spcPts val="1218"/>
              </a:lnSpc>
              <a:spcBef>
                <a:spcPct val="0"/>
              </a:spcBef>
            </a:pPr>
            <a:r>
              <a:rPr lang="en-US" sz="1200" b="1" u="sng" dirty="0">
                <a:solidFill>
                  <a:srgbClr val="D12118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Caution</a:t>
            </a:r>
            <a:r>
              <a:rPr lang="en-US" sz="1200" b="1" dirty="0">
                <a:solidFill>
                  <a:srgbClr val="D12118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: </a:t>
            </a: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Although fit is high, this model ignores skewed residuals, risking bias.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68150" y="6038423"/>
            <a:ext cx="2329347" cy="10215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marL="187833" lvl="1" indent="-93916" algn="just">
              <a:lnSpc>
                <a:spcPts val="1217"/>
              </a:lnSpc>
              <a:spcBef>
                <a:spcPct val="0"/>
              </a:spcBef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Parameters α0,α1,α2, represent the regression coefficients.</a:t>
            </a:r>
          </a:p>
          <a:p>
            <a:pPr marL="187833" lvl="1" indent="-93916" algn="just">
              <a:lnSpc>
                <a:spcPts val="1217"/>
              </a:lnSpc>
              <a:spcBef>
                <a:spcPct val="0"/>
              </a:spcBef>
              <a:buFont typeface="Arial"/>
              <a:buChar char="•"/>
            </a:pPr>
            <a:r>
              <a:rPr lang="en-US" sz="1100" dirty="0" err="1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ζ,ω</a:t>
            </a:r>
            <a:r>
              <a:rPr lang="en-US" sz="11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,α  are the skew-normal distribution parameters (location, scale, skewness).</a:t>
            </a:r>
          </a:p>
          <a:p>
            <a:pPr algn="just">
              <a:lnSpc>
                <a:spcPts val="1217"/>
              </a:lnSpc>
              <a:spcBef>
                <a:spcPct val="0"/>
              </a:spcBef>
            </a:pPr>
            <a:endParaRPr lang="en-US" sz="1100" dirty="0">
              <a:solidFill>
                <a:srgbClr val="000000"/>
              </a:solidFill>
              <a:latin typeface="New Standard"/>
              <a:ea typeface="New Standard"/>
              <a:cs typeface="New Standard"/>
              <a:sym typeface="New Standard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7486233" y="7872615"/>
            <a:ext cx="2380935" cy="8531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18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Skew-Symmetric Regression results also show</a:t>
            </a:r>
            <a:r>
              <a:rPr lang="en-US" sz="12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 all variables are statistically significant</a:t>
            </a: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. R-squared = 0.9993 indicates near-perfect model fit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AAEC7BB-A0E9-5D7C-2608-E52BD46175AB}"/>
              </a:ext>
            </a:extLst>
          </p:cNvPr>
          <p:cNvGrpSpPr/>
          <p:nvPr/>
        </p:nvGrpSpPr>
        <p:grpSpPr>
          <a:xfrm>
            <a:off x="9972408" y="4079680"/>
            <a:ext cx="4635551" cy="1576517"/>
            <a:chOff x="8107737" y="4541848"/>
            <a:chExt cx="4541463" cy="1331475"/>
          </a:xfrm>
        </p:grpSpPr>
        <p:sp>
          <p:nvSpPr>
            <p:cNvPr id="97" name="Freeform 37">
              <a:extLst>
                <a:ext uri="{FF2B5EF4-FFF2-40B4-BE49-F238E27FC236}">
                  <a16:creationId xmlns:a16="http://schemas.microsoft.com/office/drawing/2014/main" id="{83972033-28B3-F9D3-7BC7-7C66F67959B2}"/>
                </a:ext>
              </a:extLst>
            </p:cNvPr>
            <p:cNvSpPr/>
            <p:nvPr/>
          </p:nvSpPr>
          <p:spPr>
            <a:xfrm>
              <a:off x="8107737" y="4541848"/>
              <a:ext cx="4541463" cy="1331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8198274" y="4677247"/>
              <a:ext cx="4338640" cy="999037"/>
            </a:xfrm>
            <a:custGeom>
              <a:avLst/>
              <a:gdLst/>
              <a:ahLst/>
              <a:cxnLst/>
              <a:rect l="l" t="t" r="r" b="b"/>
              <a:pathLst>
                <a:path w="4360387" h="1135392">
                  <a:moveTo>
                    <a:pt x="0" y="0"/>
                  </a:moveTo>
                  <a:lnTo>
                    <a:pt x="4360387" y="0"/>
                  </a:lnTo>
                  <a:lnTo>
                    <a:pt x="4360387" y="1135392"/>
                  </a:lnTo>
                  <a:lnTo>
                    <a:pt x="0" y="1135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D347F37-407F-118E-13B0-E87FD24F3137}"/>
              </a:ext>
            </a:extLst>
          </p:cNvPr>
          <p:cNvGrpSpPr/>
          <p:nvPr/>
        </p:nvGrpSpPr>
        <p:grpSpPr>
          <a:xfrm>
            <a:off x="9982201" y="6054557"/>
            <a:ext cx="4625758" cy="1349141"/>
            <a:chOff x="8132263" y="6254994"/>
            <a:chExt cx="4516937" cy="1170302"/>
          </a:xfrm>
        </p:grpSpPr>
        <p:sp>
          <p:nvSpPr>
            <p:cNvPr id="98" name="Freeform 37">
              <a:extLst>
                <a:ext uri="{FF2B5EF4-FFF2-40B4-BE49-F238E27FC236}">
                  <a16:creationId xmlns:a16="http://schemas.microsoft.com/office/drawing/2014/main" id="{219B4F03-F684-5A6E-3ED6-EB55AF4B4D28}"/>
                </a:ext>
              </a:extLst>
            </p:cNvPr>
            <p:cNvSpPr/>
            <p:nvPr/>
          </p:nvSpPr>
          <p:spPr>
            <a:xfrm>
              <a:off x="8132263" y="6254994"/>
              <a:ext cx="4516937" cy="11703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9042836" y="6333302"/>
              <a:ext cx="2566891" cy="943798"/>
            </a:xfrm>
            <a:custGeom>
              <a:avLst/>
              <a:gdLst/>
              <a:ahLst/>
              <a:cxnLst/>
              <a:rect l="l" t="t" r="r" b="b"/>
              <a:pathLst>
                <a:path w="2566891" h="943798">
                  <a:moveTo>
                    <a:pt x="0" y="0"/>
                  </a:moveTo>
                  <a:lnTo>
                    <a:pt x="2566891" y="0"/>
                  </a:lnTo>
                  <a:lnTo>
                    <a:pt x="2566891" y="943798"/>
                  </a:lnTo>
                  <a:lnTo>
                    <a:pt x="0" y="943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0A56EE8-F842-F3CB-8C1A-2B1B9395806C}"/>
              </a:ext>
            </a:extLst>
          </p:cNvPr>
          <p:cNvGrpSpPr/>
          <p:nvPr/>
        </p:nvGrpSpPr>
        <p:grpSpPr>
          <a:xfrm>
            <a:off x="9982200" y="7862664"/>
            <a:ext cx="4624957" cy="1012442"/>
            <a:chOff x="8119998" y="7857026"/>
            <a:chExt cx="4516937" cy="950269"/>
          </a:xfrm>
        </p:grpSpPr>
        <p:sp>
          <p:nvSpPr>
            <p:cNvPr id="99" name="Freeform 37">
              <a:extLst>
                <a:ext uri="{FF2B5EF4-FFF2-40B4-BE49-F238E27FC236}">
                  <a16:creationId xmlns:a16="http://schemas.microsoft.com/office/drawing/2014/main" id="{D5745CCA-5E11-D13D-8EE0-72899F5E9842}"/>
                </a:ext>
              </a:extLst>
            </p:cNvPr>
            <p:cNvSpPr/>
            <p:nvPr/>
          </p:nvSpPr>
          <p:spPr>
            <a:xfrm>
              <a:off x="8119998" y="7857026"/>
              <a:ext cx="4516937" cy="9502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8275297" y="7918733"/>
              <a:ext cx="4234050" cy="772717"/>
            </a:xfrm>
            <a:custGeom>
              <a:avLst/>
              <a:gdLst/>
              <a:ahLst/>
              <a:cxnLst/>
              <a:rect l="l" t="t" r="r" b="b"/>
              <a:pathLst>
                <a:path w="3880671" h="680590">
                  <a:moveTo>
                    <a:pt x="0" y="0"/>
                  </a:moveTo>
                  <a:lnTo>
                    <a:pt x="3880672" y="0"/>
                  </a:lnTo>
                  <a:lnTo>
                    <a:pt x="3880672" y="680590"/>
                  </a:lnTo>
                  <a:lnTo>
                    <a:pt x="0" y="680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ID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B9DB253-8217-32D0-74F1-683960A460C9}"/>
              </a:ext>
            </a:extLst>
          </p:cNvPr>
          <p:cNvGrpSpPr/>
          <p:nvPr/>
        </p:nvGrpSpPr>
        <p:grpSpPr>
          <a:xfrm>
            <a:off x="5388476" y="1197505"/>
            <a:ext cx="6652695" cy="1983735"/>
            <a:chOff x="218325" y="4072141"/>
            <a:chExt cx="5260641" cy="1405810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99D2788B-531F-57C0-9BD1-00E825FB71F0}"/>
                </a:ext>
              </a:extLst>
            </p:cNvPr>
            <p:cNvSpPr/>
            <p:nvPr/>
          </p:nvSpPr>
          <p:spPr>
            <a:xfrm>
              <a:off x="218325" y="4072141"/>
              <a:ext cx="5260641" cy="14058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F6057C00-D4B3-A0C3-DD17-E6B8A0741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t="3557"/>
            <a:stretch>
              <a:fillRect/>
            </a:stretch>
          </p:blipFill>
          <p:spPr>
            <a:xfrm>
              <a:off x="277048" y="4331263"/>
              <a:ext cx="5153373" cy="97844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86615F0-7569-8639-E041-5E77F126B617}"/>
              </a:ext>
            </a:extLst>
          </p:cNvPr>
          <p:cNvGrpSpPr/>
          <p:nvPr/>
        </p:nvGrpSpPr>
        <p:grpSpPr>
          <a:xfrm>
            <a:off x="374158" y="6141401"/>
            <a:ext cx="6710557" cy="755606"/>
            <a:chOff x="218325" y="7160341"/>
            <a:chExt cx="5278350" cy="593490"/>
          </a:xfrm>
        </p:grpSpPr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3F9699EC-8DB1-22AD-64BE-623BEB5B78AD}"/>
                </a:ext>
              </a:extLst>
            </p:cNvPr>
            <p:cNvSpPr/>
            <p:nvPr/>
          </p:nvSpPr>
          <p:spPr>
            <a:xfrm>
              <a:off x="218325" y="7160341"/>
              <a:ext cx="5278350" cy="5934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964C3844-6286-1EE0-67D4-B830CD6FA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t="8956"/>
            <a:stretch>
              <a:fillRect/>
            </a:stretch>
          </p:blipFill>
          <p:spPr>
            <a:xfrm>
              <a:off x="786144" y="7237376"/>
              <a:ext cx="4225268" cy="46936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D4C2459-98FB-1B52-C5A5-CA34A8C54246}"/>
              </a:ext>
            </a:extLst>
          </p:cNvPr>
          <p:cNvGrpSpPr/>
          <p:nvPr/>
        </p:nvGrpSpPr>
        <p:grpSpPr>
          <a:xfrm>
            <a:off x="355508" y="4071106"/>
            <a:ext cx="6729207" cy="1652737"/>
            <a:chOff x="218326" y="5728288"/>
            <a:chExt cx="5260640" cy="1186351"/>
          </a:xfrm>
        </p:grpSpPr>
        <p:sp>
          <p:nvSpPr>
            <p:cNvPr id="91" name="Freeform 37">
              <a:extLst>
                <a:ext uri="{FF2B5EF4-FFF2-40B4-BE49-F238E27FC236}">
                  <a16:creationId xmlns:a16="http://schemas.microsoft.com/office/drawing/2014/main" id="{F212C342-EB05-155C-18C0-3103392D35F5}"/>
                </a:ext>
              </a:extLst>
            </p:cNvPr>
            <p:cNvSpPr/>
            <p:nvPr/>
          </p:nvSpPr>
          <p:spPr>
            <a:xfrm>
              <a:off x="218326" y="5728288"/>
              <a:ext cx="5260640" cy="11863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84B36EDA-A2E6-49C7-4129-D31937882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t="1743"/>
            <a:stretch>
              <a:fillRect/>
            </a:stretch>
          </p:blipFill>
          <p:spPr>
            <a:xfrm>
              <a:off x="1018225" y="5766217"/>
              <a:ext cx="3774636" cy="110492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9A69C84-9A0F-002D-CEE5-CA676CD99293}"/>
              </a:ext>
            </a:extLst>
          </p:cNvPr>
          <p:cNvGrpSpPr/>
          <p:nvPr/>
        </p:nvGrpSpPr>
        <p:grpSpPr>
          <a:xfrm>
            <a:off x="374158" y="7403699"/>
            <a:ext cx="6710557" cy="1845865"/>
            <a:chOff x="218325" y="8019263"/>
            <a:chExt cx="5278351" cy="1430947"/>
          </a:xfrm>
        </p:grpSpPr>
        <p:sp>
          <p:nvSpPr>
            <p:cNvPr id="94" name="Freeform 37">
              <a:extLst>
                <a:ext uri="{FF2B5EF4-FFF2-40B4-BE49-F238E27FC236}">
                  <a16:creationId xmlns:a16="http://schemas.microsoft.com/office/drawing/2014/main" id="{D5B28B33-2FC2-DACA-80E2-0DAA21B444EB}"/>
                </a:ext>
              </a:extLst>
            </p:cNvPr>
            <p:cNvSpPr/>
            <p:nvPr/>
          </p:nvSpPr>
          <p:spPr>
            <a:xfrm>
              <a:off x="218325" y="8019263"/>
              <a:ext cx="5278351" cy="14309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A4E7FC26-8D34-76FE-2778-44F65F8B4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67743" y="8096086"/>
              <a:ext cx="4190714" cy="130299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2" name="Arrow: Down 51">
            <a:extLst>
              <a:ext uri="{FF2B5EF4-FFF2-40B4-BE49-F238E27FC236}">
                <a16:creationId xmlns:a16="http://schemas.microsoft.com/office/drawing/2014/main" id="{F662EEEA-A1B0-1A76-00A5-33DAC9A887DB}"/>
              </a:ext>
            </a:extLst>
          </p:cNvPr>
          <p:cNvSpPr/>
          <p:nvPr/>
        </p:nvSpPr>
        <p:spPr>
          <a:xfrm rot="16200000">
            <a:off x="12095801" y="1956421"/>
            <a:ext cx="158963" cy="385441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7C238896-7B37-90B1-6432-1D1CFB971006}"/>
              </a:ext>
            </a:extLst>
          </p:cNvPr>
          <p:cNvSpPr/>
          <p:nvPr/>
        </p:nvSpPr>
        <p:spPr>
          <a:xfrm rot="16200000">
            <a:off x="7191375" y="4669588"/>
            <a:ext cx="158963" cy="385441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F6AA5B8B-6048-5FBB-2D85-F46BA2A134DC}"/>
              </a:ext>
            </a:extLst>
          </p:cNvPr>
          <p:cNvSpPr/>
          <p:nvPr/>
        </p:nvSpPr>
        <p:spPr>
          <a:xfrm rot="16200000">
            <a:off x="7193205" y="6333754"/>
            <a:ext cx="158963" cy="378901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67F1E042-0504-D013-79C8-791D7B26FA81}"/>
              </a:ext>
            </a:extLst>
          </p:cNvPr>
          <p:cNvSpPr/>
          <p:nvPr/>
        </p:nvSpPr>
        <p:spPr>
          <a:xfrm rot="16200000">
            <a:off x="7185251" y="8133910"/>
            <a:ext cx="182364" cy="385441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7" name="TextBox 45">
            <a:extLst>
              <a:ext uri="{FF2B5EF4-FFF2-40B4-BE49-F238E27FC236}">
                <a16:creationId xmlns:a16="http://schemas.microsoft.com/office/drawing/2014/main" id="{DFF963B9-DCC5-5287-6857-757B8851E9E9}"/>
              </a:ext>
            </a:extLst>
          </p:cNvPr>
          <p:cNvSpPr txBox="1"/>
          <p:nvPr/>
        </p:nvSpPr>
        <p:spPr>
          <a:xfrm>
            <a:off x="7369419" y="5695742"/>
            <a:ext cx="2565619" cy="32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Optimized via BFGS Algorithm:</a:t>
            </a:r>
          </a:p>
        </p:txBody>
      </p:sp>
      <p:sp>
        <p:nvSpPr>
          <p:cNvPr id="58" name="TextBox 45">
            <a:extLst>
              <a:ext uri="{FF2B5EF4-FFF2-40B4-BE49-F238E27FC236}">
                <a16:creationId xmlns:a16="http://schemas.microsoft.com/office/drawing/2014/main" id="{5DA208CD-1DDB-6BF1-6876-5CC011D6E0F0}"/>
              </a:ext>
            </a:extLst>
          </p:cNvPr>
          <p:cNvSpPr txBox="1"/>
          <p:nvPr/>
        </p:nvSpPr>
        <p:spPr>
          <a:xfrm>
            <a:off x="7362416" y="7322446"/>
            <a:ext cx="2628567" cy="476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Skew-Symmetric Regression also predicts with good accuracy:</a:t>
            </a:r>
          </a:p>
        </p:txBody>
      </p:sp>
      <p:sp>
        <p:nvSpPr>
          <p:cNvPr id="59" name="TextBox 45">
            <a:extLst>
              <a:ext uri="{FF2B5EF4-FFF2-40B4-BE49-F238E27FC236}">
                <a16:creationId xmlns:a16="http://schemas.microsoft.com/office/drawing/2014/main" id="{9F1EB6DB-9304-E3B5-0387-BECFB7807412}"/>
              </a:ext>
            </a:extLst>
          </p:cNvPr>
          <p:cNvSpPr txBox="1"/>
          <p:nvPr/>
        </p:nvSpPr>
        <p:spPr>
          <a:xfrm>
            <a:off x="7314774" y="3784617"/>
            <a:ext cx="2800100" cy="32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Classical Regression predicts with good accuracy:</a:t>
            </a:r>
          </a:p>
        </p:txBody>
      </p:sp>
      <p:sp>
        <p:nvSpPr>
          <p:cNvPr id="87" name="TextBox 45">
            <a:extLst>
              <a:ext uri="{FF2B5EF4-FFF2-40B4-BE49-F238E27FC236}">
                <a16:creationId xmlns:a16="http://schemas.microsoft.com/office/drawing/2014/main" id="{0BE1F54A-29BA-8CF8-962E-AE3B8ACD408B}"/>
              </a:ext>
            </a:extLst>
          </p:cNvPr>
          <p:cNvSpPr txBox="1"/>
          <p:nvPr/>
        </p:nvSpPr>
        <p:spPr>
          <a:xfrm>
            <a:off x="12441550" y="1411895"/>
            <a:ext cx="2166408" cy="32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Descriptive Statistics shows Skewness:</a:t>
            </a:r>
          </a:p>
        </p:txBody>
      </p:sp>
      <p:sp>
        <p:nvSpPr>
          <p:cNvPr id="90" name="TextBox 76">
            <a:extLst>
              <a:ext uri="{FF2B5EF4-FFF2-40B4-BE49-F238E27FC236}">
                <a16:creationId xmlns:a16="http://schemas.microsoft.com/office/drawing/2014/main" id="{A829F888-CEF9-3623-D56A-5D01E057BF84}"/>
              </a:ext>
            </a:extLst>
          </p:cNvPr>
          <p:cNvSpPr txBox="1"/>
          <p:nvPr/>
        </p:nvSpPr>
        <p:spPr>
          <a:xfrm>
            <a:off x="15087963" y="4269493"/>
            <a:ext cx="2771893" cy="11936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18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Breusch-Pagan test indicates heteroskedasticity in both models, </a:t>
            </a:r>
            <a:r>
              <a:rPr lang="en-US" sz="12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but the Skew-Symmetric model has a much lower BP statistic</a:t>
            </a: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 (186.75 vs. 306.31). The Durbin-Watson statistic for</a:t>
            </a:r>
            <a:r>
              <a:rPr lang="en-US" sz="12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 both models is close to 2</a:t>
            </a: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, indicating no autocorrelation.</a:t>
            </a:r>
          </a:p>
        </p:txBody>
      </p:sp>
      <p:sp>
        <p:nvSpPr>
          <p:cNvPr id="95" name="TextBox 76">
            <a:extLst>
              <a:ext uri="{FF2B5EF4-FFF2-40B4-BE49-F238E27FC236}">
                <a16:creationId xmlns:a16="http://schemas.microsoft.com/office/drawing/2014/main" id="{FCEA2ED8-82CF-398E-EB9D-3C0025650AA7}"/>
              </a:ext>
            </a:extLst>
          </p:cNvPr>
          <p:cNvSpPr txBox="1"/>
          <p:nvPr/>
        </p:nvSpPr>
        <p:spPr>
          <a:xfrm>
            <a:off x="15104442" y="6173497"/>
            <a:ext cx="2842165" cy="10234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03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AIC and BIC are used to compare model quality.</a:t>
            </a:r>
            <a:r>
              <a:rPr lang="en-US" sz="12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 Lower values mean better performance.</a:t>
            </a: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 Skew-Symmetric model has much lower values (AIC = −428.80, BIC = −72.01), clearly outperforming the Classical model.</a:t>
            </a:r>
          </a:p>
        </p:txBody>
      </p:sp>
      <p:sp>
        <p:nvSpPr>
          <p:cNvPr id="96" name="TextBox 45">
            <a:extLst>
              <a:ext uri="{FF2B5EF4-FFF2-40B4-BE49-F238E27FC236}">
                <a16:creationId xmlns:a16="http://schemas.microsoft.com/office/drawing/2014/main" id="{EB895C5D-2CC1-809B-A98C-345F8959ACDB}"/>
              </a:ext>
            </a:extLst>
          </p:cNvPr>
          <p:cNvSpPr txBox="1"/>
          <p:nvPr/>
        </p:nvSpPr>
        <p:spPr>
          <a:xfrm>
            <a:off x="15087600" y="3942949"/>
            <a:ext cx="2655773" cy="32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8"/>
              </a:lnSpc>
              <a:spcBef>
                <a:spcPct val="0"/>
              </a:spcBef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Skew-Symmetric has low BP Test and smaller DW Test</a:t>
            </a:r>
          </a:p>
        </p:txBody>
      </p:sp>
      <p:sp>
        <p:nvSpPr>
          <p:cNvPr id="101" name="TextBox 45">
            <a:extLst>
              <a:ext uri="{FF2B5EF4-FFF2-40B4-BE49-F238E27FC236}">
                <a16:creationId xmlns:a16="http://schemas.microsoft.com/office/drawing/2014/main" id="{E209242D-8F69-B468-40F7-A30AB7BBCFEB}"/>
              </a:ext>
            </a:extLst>
          </p:cNvPr>
          <p:cNvSpPr txBox="1"/>
          <p:nvPr/>
        </p:nvSpPr>
        <p:spPr>
          <a:xfrm>
            <a:off x="14935200" y="5656197"/>
            <a:ext cx="3180647" cy="476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7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Information Criterion shows far small variabilities of deviation in the Skew-Symmetric models:</a:t>
            </a:r>
          </a:p>
        </p:txBody>
      </p:sp>
      <p:sp>
        <p:nvSpPr>
          <p:cNvPr id="102" name="TextBox 45">
            <a:extLst>
              <a:ext uri="{FF2B5EF4-FFF2-40B4-BE49-F238E27FC236}">
                <a16:creationId xmlns:a16="http://schemas.microsoft.com/office/drawing/2014/main" id="{D2200B94-4394-4EA5-08E2-C4164C044446}"/>
              </a:ext>
            </a:extLst>
          </p:cNvPr>
          <p:cNvSpPr txBox="1"/>
          <p:nvPr/>
        </p:nvSpPr>
        <p:spPr>
          <a:xfrm>
            <a:off x="14730137" y="7460646"/>
            <a:ext cx="3557863" cy="32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8"/>
              </a:lnSpc>
              <a:spcBef>
                <a:spcPct val="0"/>
              </a:spcBef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The Normality Tests shows the Skew Regression to be more Normal:</a:t>
            </a:r>
          </a:p>
        </p:txBody>
      </p:sp>
      <p:sp>
        <p:nvSpPr>
          <p:cNvPr id="103" name="TextBox 76">
            <a:extLst>
              <a:ext uri="{FF2B5EF4-FFF2-40B4-BE49-F238E27FC236}">
                <a16:creationId xmlns:a16="http://schemas.microsoft.com/office/drawing/2014/main" id="{B450CBA6-3BB2-8DD4-80AF-60A8D3F7129F}"/>
              </a:ext>
            </a:extLst>
          </p:cNvPr>
          <p:cNvSpPr txBox="1"/>
          <p:nvPr/>
        </p:nvSpPr>
        <p:spPr>
          <a:xfrm>
            <a:off x="15087987" y="7799115"/>
            <a:ext cx="2842165" cy="10234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18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Shapiro-Wilk W-statistic for the Skew model (0.98251) is much closer to 1, indicating </a:t>
            </a:r>
            <a:r>
              <a:rPr lang="en-US" sz="12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residuals are closer to a normal distribution</a:t>
            </a: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. Classical model residuals deviate strongly from normality (W = 0.77591). </a:t>
            </a:r>
          </a:p>
        </p:txBody>
      </p:sp>
      <p:sp>
        <p:nvSpPr>
          <p:cNvPr id="104" name="Arrow: Down 103">
            <a:extLst>
              <a:ext uri="{FF2B5EF4-FFF2-40B4-BE49-F238E27FC236}">
                <a16:creationId xmlns:a16="http://schemas.microsoft.com/office/drawing/2014/main" id="{B75A541A-1106-2567-29E0-883C8A3BC17F}"/>
              </a:ext>
            </a:extLst>
          </p:cNvPr>
          <p:cNvSpPr/>
          <p:nvPr/>
        </p:nvSpPr>
        <p:spPr>
          <a:xfrm rot="16200000">
            <a:off x="14723302" y="4774126"/>
            <a:ext cx="158963" cy="344766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5" name="Arrow: Down 104">
            <a:extLst>
              <a:ext uri="{FF2B5EF4-FFF2-40B4-BE49-F238E27FC236}">
                <a16:creationId xmlns:a16="http://schemas.microsoft.com/office/drawing/2014/main" id="{0D588CA0-C957-AB96-297D-75CBDFE3C713}"/>
              </a:ext>
            </a:extLst>
          </p:cNvPr>
          <p:cNvSpPr/>
          <p:nvPr/>
        </p:nvSpPr>
        <p:spPr>
          <a:xfrm rot="16200000">
            <a:off x="14731414" y="6571282"/>
            <a:ext cx="158963" cy="360990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8" name="Arrow: Down 107">
            <a:extLst>
              <a:ext uri="{FF2B5EF4-FFF2-40B4-BE49-F238E27FC236}">
                <a16:creationId xmlns:a16="http://schemas.microsoft.com/office/drawing/2014/main" id="{099ED9E7-258E-9990-3176-C9A0BB64AE65}"/>
              </a:ext>
            </a:extLst>
          </p:cNvPr>
          <p:cNvSpPr/>
          <p:nvPr/>
        </p:nvSpPr>
        <p:spPr>
          <a:xfrm rot="16200000">
            <a:off x="14690258" y="8198967"/>
            <a:ext cx="158963" cy="294003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33B19F-8A15-0D3C-2412-8DF67494B37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90347" y="16703"/>
            <a:ext cx="2054530" cy="707197"/>
          </a:xfrm>
          <a:prstGeom prst="rect">
            <a:avLst/>
          </a:prstGeom>
        </p:spPr>
      </p:pic>
      <p:grpSp>
        <p:nvGrpSpPr>
          <p:cNvPr id="28" name="Group 41">
            <a:extLst>
              <a:ext uri="{FF2B5EF4-FFF2-40B4-BE49-F238E27FC236}">
                <a16:creationId xmlns:a16="http://schemas.microsoft.com/office/drawing/2014/main" id="{F26D5CA2-9E02-01A9-BCBE-1E35CA5A4ABF}"/>
              </a:ext>
            </a:extLst>
          </p:cNvPr>
          <p:cNvGrpSpPr/>
          <p:nvPr/>
        </p:nvGrpSpPr>
        <p:grpSpPr>
          <a:xfrm>
            <a:off x="10714454" y="3360714"/>
            <a:ext cx="3372838" cy="362388"/>
            <a:chOff x="0" y="0"/>
            <a:chExt cx="1615127" cy="17353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9" name="Freeform 42">
              <a:extLst>
                <a:ext uri="{FF2B5EF4-FFF2-40B4-BE49-F238E27FC236}">
                  <a16:creationId xmlns:a16="http://schemas.microsoft.com/office/drawing/2014/main" id="{C228CA5B-D4E7-4619-D06E-F65AC7B79AD8}"/>
                </a:ext>
              </a:extLst>
            </p:cNvPr>
            <p:cNvSpPr/>
            <p:nvPr/>
          </p:nvSpPr>
          <p:spPr>
            <a:xfrm>
              <a:off x="0" y="0"/>
              <a:ext cx="1615127" cy="173534"/>
            </a:xfrm>
            <a:custGeom>
              <a:avLst/>
              <a:gdLst/>
              <a:ahLst/>
              <a:cxnLst/>
              <a:rect l="l" t="t" r="r" b="b"/>
              <a:pathLst>
                <a:path w="1615127" h="173534">
                  <a:moveTo>
                    <a:pt x="64270" y="0"/>
                  </a:moveTo>
                  <a:lnTo>
                    <a:pt x="1550856" y="0"/>
                  </a:lnTo>
                  <a:cubicBezTo>
                    <a:pt x="1586352" y="0"/>
                    <a:pt x="1615127" y="28775"/>
                    <a:pt x="1615127" y="64270"/>
                  </a:cubicBezTo>
                  <a:lnTo>
                    <a:pt x="1615127" y="109264"/>
                  </a:lnTo>
                  <a:cubicBezTo>
                    <a:pt x="1615127" y="144759"/>
                    <a:pt x="1586352" y="173534"/>
                    <a:pt x="1550856" y="173534"/>
                  </a:cubicBezTo>
                  <a:lnTo>
                    <a:pt x="64270" y="173534"/>
                  </a:lnTo>
                  <a:cubicBezTo>
                    <a:pt x="28775" y="173534"/>
                    <a:pt x="0" y="144759"/>
                    <a:pt x="0" y="109264"/>
                  </a:cubicBezTo>
                  <a:lnTo>
                    <a:pt x="0" y="64270"/>
                  </a:lnTo>
                  <a:cubicBezTo>
                    <a:pt x="0" y="28775"/>
                    <a:pt x="28775" y="0"/>
                    <a:pt x="64270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30" name="TextBox 43">
              <a:extLst>
                <a:ext uri="{FF2B5EF4-FFF2-40B4-BE49-F238E27FC236}">
                  <a16:creationId xmlns:a16="http://schemas.microsoft.com/office/drawing/2014/main" id="{1C74DBE9-E251-F498-8FF6-913A86AA4911}"/>
                </a:ext>
              </a:extLst>
            </p:cNvPr>
            <p:cNvSpPr txBox="1"/>
            <p:nvPr/>
          </p:nvSpPr>
          <p:spPr>
            <a:xfrm>
              <a:off x="0" y="-28575"/>
              <a:ext cx="1615127" cy="202109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1997"/>
                </a:lnSpc>
              </a:pPr>
              <a:r>
                <a:rPr lang="en-US" sz="1426" b="1" dirty="0">
                  <a:solidFill>
                    <a:srgbClr val="FEFEFE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Model Testing and Comparison</a:t>
              </a:r>
            </a:p>
          </p:txBody>
        </p:sp>
      </p:grpSp>
      <p:grpSp>
        <p:nvGrpSpPr>
          <p:cNvPr id="31" name="Group 41">
            <a:extLst>
              <a:ext uri="{FF2B5EF4-FFF2-40B4-BE49-F238E27FC236}">
                <a16:creationId xmlns:a16="http://schemas.microsoft.com/office/drawing/2014/main" id="{F6E77517-19A5-7677-D4CA-7A96E79C643E}"/>
              </a:ext>
            </a:extLst>
          </p:cNvPr>
          <p:cNvGrpSpPr/>
          <p:nvPr/>
        </p:nvGrpSpPr>
        <p:grpSpPr>
          <a:xfrm>
            <a:off x="7028405" y="733253"/>
            <a:ext cx="3372838" cy="362388"/>
            <a:chOff x="0" y="0"/>
            <a:chExt cx="1615127" cy="173534"/>
          </a:xfrm>
          <a:solidFill>
            <a:srgbClr val="13547D"/>
          </a:solidFill>
        </p:grpSpPr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7F6A371B-F63E-962F-1C59-2FC2F299442A}"/>
                </a:ext>
              </a:extLst>
            </p:cNvPr>
            <p:cNvSpPr/>
            <p:nvPr/>
          </p:nvSpPr>
          <p:spPr>
            <a:xfrm>
              <a:off x="0" y="0"/>
              <a:ext cx="1615127" cy="173534"/>
            </a:xfrm>
            <a:custGeom>
              <a:avLst/>
              <a:gdLst/>
              <a:ahLst/>
              <a:cxnLst/>
              <a:rect l="l" t="t" r="r" b="b"/>
              <a:pathLst>
                <a:path w="1615127" h="173534">
                  <a:moveTo>
                    <a:pt x="64270" y="0"/>
                  </a:moveTo>
                  <a:lnTo>
                    <a:pt x="1550856" y="0"/>
                  </a:lnTo>
                  <a:cubicBezTo>
                    <a:pt x="1586352" y="0"/>
                    <a:pt x="1615127" y="28775"/>
                    <a:pt x="1615127" y="64270"/>
                  </a:cubicBezTo>
                  <a:lnTo>
                    <a:pt x="1615127" y="109264"/>
                  </a:lnTo>
                  <a:cubicBezTo>
                    <a:pt x="1615127" y="144759"/>
                    <a:pt x="1586352" y="173534"/>
                    <a:pt x="1550856" y="173534"/>
                  </a:cubicBezTo>
                  <a:lnTo>
                    <a:pt x="64270" y="173534"/>
                  </a:lnTo>
                  <a:cubicBezTo>
                    <a:pt x="28775" y="173534"/>
                    <a:pt x="0" y="144759"/>
                    <a:pt x="0" y="109264"/>
                  </a:cubicBezTo>
                  <a:lnTo>
                    <a:pt x="0" y="64270"/>
                  </a:lnTo>
                  <a:cubicBezTo>
                    <a:pt x="0" y="28775"/>
                    <a:pt x="28775" y="0"/>
                    <a:pt x="64270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36" name="TextBox 43">
              <a:extLst>
                <a:ext uri="{FF2B5EF4-FFF2-40B4-BE49-F238E27FC236}">
                  <a16:creationId xmlns:a16="http://schemas.microsoft.com/office/drawing/2014/main" id="{3BA1FCBF-82A8-99FF-9635-BA70B3D9BAD9}"/>
                </a:ext>
              </a:extLst>
            </p:cNvPr>
            <p:cNvSpPr txBox="1"/>
            <p:nvPr/>
          </p:nvSpPr>
          <p:spPr>
            <a:xfrm>
              <a:off x="0" y="-28575"/>
              <a:ext cx="1615127" cy="202109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1997"/>
                </a:lnSpc>
              </a:pPr>
              <a:r>
                <a:rPr lang="en-US" sz="1426" b="1" dirty="0">
                  <a:solidFill>
                    <a:srgbClr val="FEFEFE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Descriptive Statistics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/>
      <p:bldP spid="67" grpId="0"/>
      <p:bldP spid="68" grpId="0"/>
      <p:bldP spid="69" grpId="0"/>
      <p:bldP spid="71" grpId="0" animBg="1"/>
      <p:bldP spid="76" grpId="0" animBg="1"/>
      <p:bldP spid="78" grpId="0" animBg="1"/>
      <p:bldP spid="81" grpId="0" animBg="1"/>
      <p:bldP spid="52" grpId="0" animBg="1"/>
      <p:bldP spid="54" grpId="0" animBg="1"/>
      <p:bldP spid="55" grpId="0" animBg="1"/>
      <p:bldP spid="56" grpId="0" animBg="1"/>
      <p:bldP spid="57" grpId="0"/>
      <p:bldP spid="58" grpId="0"/>
      <p:bldP spid="59" grpId="0"/>
      <p:bldP spid="87" grpId="0"/>
      <p:bldP spid="90" grpId="0" animBg="1"/>
      <p:bldP spid="95" grpId="0" animBg="1"/>
      <p:bldP spid="96" grpId="0"/>
      <p:bldP spid="101" grpId="0"/>
      <p:bldP spid="102" grpId="0"/>
      <p:bldP spid="103" grpId="0" animBg="1"/>
      <p:bldP spid="104" grpId="0" animBg="1"/>
      <p:bldP spid="105" grpId="0" animBg="1"/>
      <p:bldP spid="10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22AA-4270-EE9F-89DC-801EA46A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 descr="A graph with a red and blue line&#10;&#10;AI-generated content may be incorrect.">
            <a:extLst>
              <a:ext uri="{FF2B5EF4-FFF2-40B4-BE49-F238E27FC236}">
                <a16:creationId xmlns:a16="http://schemas.microsoft.com/office/drawing/2014/main" id="{16487C81-EAC5-FEE6-B177-C95C1B385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889" y="1491676"/>
            <a:ext cx="3230789" cy="35248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10">
            <a:extLst>
              <a:ext uri="{FF2B5EF4-FFF2-40B4-BE49-F238E27FC236}">
                <a16:creationId xmlns:a16="http://schemas.microsoft.com/office/drawing/2014/main" id="{9AD35B1B-468B-99BC-B081-4FBB574E32EA}"/>
              </a:ext>
            </a:extLst>
          </p:cNvPr>
          <p:cNvGrpSpPr/>
          <p:nvPr/>
        </p:nvGrpSpPr>
        <p:grpSpPr>
          <a:xfrm>
            <a:off x="-27712" y="-402313"/>
            <a:ext cx="18563719" cy="1255187"/>
            <a:chOff x="0" y="-86574"/>
            <a:chExt cx="24751626" cy="2719008"/>
          </a:xfrm>
        </p:grpSpPr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615DB28B-476D-7831-37B9-85E39C25D2FA}"/>
                </a:ext>
              </a:extLst>
            </p:cNvPr>
            <p:cNvGrpSpPr/>
            <p:nvPr/>
          </p:nvGrpSpPr>
          <p:grpSpPr>
            <a:xfrm>
              <a:off x="2683017" y="-86574"/>
              <a:ext cx="22068609" cy="2717897"/>
              <a:chOff x="0" y="-9525"/>
              <a:chExt cx="2428028" cy="299028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6AC51C1F-B1CC-FECA-AB9C-0A103BD4813F}"/>
                  </a:ext>
                </a:extLst>
              </p:cNvPr>
              <p:cNvSpPr/>
              <p:nvPr/>
            </p:nvSpPr>
            <p:spPr>
              <a:xfrm>
                <a:off x="0" y="86359"/>
                <a:ext cx="2391646" cy="203144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950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9503"/>
                    </a:lnTo>
                    <a:lnTo>
                      <a:pt x="0" y="28950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6A2E20AB-BA82-079E-1D01-7589173FFF9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2990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18076B13-4DA5-B419-0B05-4E108620FECA}"/>
                </a:ext>
              </a:extLst>
            </p:cNvPr>
            <p:cNvGrpSpPr/>
            <p:nvPr/>
          </p:nvGrpSpPr>
          <p:grpSpPr>
            <a:xfrm>
              <a:off x="0" y="207475"/>
              <a:ext cx="14206908" cy="2424959"/>
              <a:chOff x="0" y="-9525"/>
              <a:chExt cx="1563070" cy="266798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6C081502-04FF-02C5-C63E-3DBA512562F4}"/>
                  </a:ext>
                </a:extLst>
              </p:cNvPr>
              <p:cNvSpPr/>
              <p:nvPr/>
            </p:nvSpPr>
            <p:spPr>
              <a:xfrm>
                <a:off x="0" y="54007"/>
                <a:ext cx="1563070" cy="203144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57273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57273"/>
                    </a:lnTo>
                    <a:lnTo>
                      <a:pt x="1359870" y="257273"/>
                    </a:lnTo>
                    <a:lnTo>
                      <a:pt x="1563070" y="128637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6" name="TextBox 16">
                <a:extLst>
                  <a:ext uri="{FF2B5EF4-FFF2-40B4-BE49-F238E27FC236}">
                    <a16:creationId xmlns:a16="http://schemas.microsoft.com/office/drawing/2014/main" id="{4B688F4F-F31E-C623-0B34-D0531F84B57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48770" cy="266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203B7BE-CCB2-937C-490C-6668E8B6C411}"/>
              </a:ext>
            </a:extLst>
          </p:cNvPr>
          <p:cNvGrpSpPr/>
          <p:nvPr/>
        </p:nvGrpSpPr>
        <p:grpSpPr>
          <a:xfrm>
            <a:off x="-300317" y="9696650"/>
            <a:ext cx="18811726" cy="1942275"/>
            <a:chOff x="0" y="-87990"/>
            <a:chExt cx="25082301" cy="2743785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9E5135EB-775B-57D0-8DFF-1C012CF780D9}"/>
                </a:ext>
              </a:extLst>
            </p:cNvPr>
            <p:cNvGrpSpPr/>
            <p:nvPr/>
          </p:nvGrpSpPr>
          <p:grpSpPr>
            <a:xfrm>
              <a:off x="2652622" y="-87990"/>
              <a:ext cx="22429679" cy="2743785"/>
              <a:chOff x="0" y="-9525"/>
              <a:chExt cx="2428028" cy="297017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10A2A71D-1800-F89D-CA7E-30C382AFA766}"/>
                  </a:ext>
                </a:extLst>
              </p:cNvPr>
              <p:cNvSpPr/>
              <p:nvPr/>
            </p:nvSpPr>
            <p:spPr>
              <a:xfrm>
                <a:off x="0" y="0"/>
                <a:ext cx="2392232" cy="99578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7492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7492"/>
                    </a:lnTo>
                    <a:lnTo>
                      <a:pt x="0" y="287492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0C7CC6F9-1209-E70F-ECB6-235B6532EBDA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297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21" name="Group 21">
              <a:extLst>
                <a:ext uri="{FF2B5EF4-FFF2-40B4-BE49-F238E27FC236}">
                  <a16:creationId xmlns:a16="http://schemas.microsoft.com/office/drawing/2014/main" id="{4085A235-2697-4F05-AB7B-67100FFD15D3}"/>
                </a:ext>
              </a:extLst>
            </p:cNvPr>
            <p:cNvGrpSpPr/>
            <p:nvPr/>
          </p:nvGrpSpPr>
          <p:grpSpPr>
            <a:xfrm>
              <a:off x="0" y="-87990"/>
              <a:ext cx="13664169" cy="2464942"/>
              <a:chOff x="0" y="-9525"/>
              <a:chExt cx="1479156" cy="266832"/>
            </a:xfrm>
          </p:grpSpPr>
          <p:sp>
            <p:nvSpPr>
              <p:cNvPr id="22" name="Freeform 22">
                <a:extLst>
                  <a:ext uri="{FF2B5EF4-FFF2-40B4-BE49-F238E27FC236}">
                    <a16:creationId xmlns:a16="http://schemas.microsoft.com/office/drawing/2014/main" id="{2E22D33A-6686-6D3E-4D39-066137683155}"/>
                  </a:ext>
                </a:extLst>
              </p:cNvPr>
              <p:cNvSpPr/>
              <p:nvPr/>
            </p:nvSpPr>
            <p:spPr>
              <a:xfrm>
                <a:off x="39796" y="0"/>
                <a:ext cx="1439360" cy="97109"/>
              </a:xfrm>
              <a:custGeom>
                <a:avLst/>
                <a:gdLst/>
                <a:ahLst/>
                <a:cxnLst/>
                <a:rect l="l" t="t" r="r" b="b"/>
                <a:pathLst>
                  <a:path w="1479156" h="257307">
                    <a:moveTo>
                      <a:pt x="1275956" y="0"/>
                    </a:moveTo>
                    <a:lnTo>
                      <a:pt x="0" y="0"/>
                    </a:lnTo>
                    <a:lnTo>
                      <a:pt x="0" y="257307"/>
                    </a:lnTo>
                    <a:lnTo>
                      <a:pt x="1275956" y="257307"/>
                    </a:lnTo>
                    <a:lnTo>
                      <a:pt x="1479156" y="128653"/>
                    </a:lnTo>
                    <a:lnTo>
                      <a:pt x="1275956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A7F714AE-57B3-5258-3051-0BF270227386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364856" cy="2668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16FE262-A737-0F36-B723-97E687D3EB27}"/>
                </a:ext>
              </a:extLst>
            </p:cNvPr>
            <p:cNvSpPr txBox="1"/>
            <p:nvPr/>
          </p:nvSpPr>
          <p:spPr>
            <a:xfrm>
              <a:off x="558457" y="150897"/>
              <a:ext cx="11160849" cy="492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10"/>
                </a:lnSpc>
                <a:spcBef>
                  <a:spcPct val="0"/>
                </a:spcBef>
              </a:pPr>
              <a:r>
                <a:rPr lang="en-US" sz="1079" b="1" i="1" dirty="0">
                  <a:solidFill>
                    <a:srgbClr val="FFFFFF">
                      <a:alpha val="78824"/>
                    </a:srgbClr>
                  </a:solidFill>
                  <a:latin typeface="New Standard Bold Italics"/>
                  <a:ea typeface="New Standard Bold Italics"/>
                  <a:cs typeface="New Standard Bold Italics"/>
                  <a:sym typeface="New Standard Bold Italics"/>
                </a:rPr>
                <a:t>Skew-Symmetric Error Distribution Analysis of Elasticity Dynamics of Firm Financial Statement Components: A Case Study in Indonesian Stock Markets using The Cobb-Douglas Linearized Log Form </a:t>
              </a:r>
            </a:p>
          </p:txBody>
        </p:sp>
      </p:grpSp>
      <p:sp>
        <p:nvSpPr>
          <p:cNvPr id="50" name="Freeform 50">
            <a:extLst>
              <a:ext uri="{FF2B5EF4-FFF2-40B4-BE49-F238E27FC236}">
                <a16:creationId xmlns:a16="http://schemas.microsoft.com/office/drawing/2014/main" id="{0050AF3A-2F4B-E003-DE4B-447F1CA74AC6}"/>
              </a:ext>
            </a:extLst>
          </p:cNvPr>
          <p:cNvSpPr/>
          <p:nvPr/>
        </p:nvSpPr>
        <p:spPr>
          <a:xfrm>
            <a:off x="4227543" y="1685422"/>
            <a:ext cx="3024044" cy="2985053"/>
          </a:xfrm>
          <a:custGeom>
            <a:avLst/>
            <a:gdLst/>
            <a:ahLst/>
            <a:cxnLst/>
            <a:rect l="l" t="t" r="r" b="b"/>
            <a:pathLst>
              <a:path w="2081694" h="1931190">
                <a:moveTo>
                  <a:pt x="0" y="0"/>
                </a:moveTo>
                <a:lnTo>
                  <a:pt x="2081695" y="0"/>
                </a:lnTo>
                <a:lnTo>
                  <a:pt x="2081695" y="1931190"/>
                </a:lnTo>
                <a:lnTo>
                  <a:pt x="0" y="19311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 l="-1909" r="-1909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BC291EBA-8AFB-CD9B-F327-8D7C96946CB9}"/>
              </a:ext>
            </a:extLst>
          </p:cNvPr>
          <p:cNvSpPr txBox="1"/>
          <p:nvPr/>
        </p:nvSpPr>
        <p:spPr>
          <a:xfrm>
            <a:off x="143123" y="254043"/>
            <a:ext cx="9316977" cy="2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3678" b="1" dirty="0">
                <a:solidFill>
                  <a:srgbClr val="FFFFFF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4. Results - Graphs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CAFA023E-E6D9-F15C-ACD1-EF2E839A7997}"/>
              </a:ext>
            </a:extLst>
          </p:cNvPr>
          <p:cNvSpPr txBox="1"/>
          <p:nvPr/>
        </p:nvSpPr>
        <p:spPr>
          <a:xfrm>
            <a:off x="1642607" y="4770841"/>
            <a:ext cx="441702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empirical plot follows </a:t>
            </a:r>
            <a:r>
              <a:rPr lang="en-US" sz="1200" dirty="0">
                <a:solidFill>
                  <a:srgbClr val="000000"/>
                </a:solidFill>
                <a:latin typeface="New Standard" panose="020B0604020202020204" charset="0"/>
                <a:ea typeface="New Standard" panose="020B0604020202020204" charset="0"/>
                <a:cs typeface="New Standard"/>
                <a:sym typeface="New Standard"/>
              </a:rPr>
              <a:t>the </a:t>
            </a:r>
            <a:r>
              <a:rPr lang="en-US" sz="1200" dirty="0">
                <a:solidFill>
                  <a:srgbClr val="000000"/>
                </a:solidFill>
                <a:latin typeface="New Standard" panose="020B0604020202020204" charset="0"/>
                <a:ea typeface="New Standard" panose="020B0604020202020204" charset="0"/>
                <a:cs typeface="New Standard Bold"/>
                <a:sym typeface="New Standard Bold"/>
              </a:rPr>
              <a:t>Cobb-Douglas Production Function Log-Linear and Logarithmic exponential form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E67F08AF-8D94-D309-3B84-8CE81F9DC505}"/>
              </a:ext>
            </a:extLst>
          </p:cNvPr>
          <p:cNvSpPr txBox="1"/>
          <p:nvPr/>
        </p:nvSpPr>
        <p:spPr>
          <a:xfrm>
            <a:off x="7626536" y="5124668"/>
            <a:ext cx="4029490" cy="463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33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model when plotted in R’s Q-Q plot shows that the theoretical quantiles are almost linear for the Skew-Symmetric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8EE7389F-F6ED-C048-161D-2A72BF36198A}"/>
              </a:ext>
            </a:extLst>
          </p:cNvPr>
          <p:cNvSpPr txBox="1"/>
          <p:nvPr/>
        </p:nvSpPr>
        <p:spPr>
          <a:xfrm>
            <a:off x="1615441" y="9175968"/>
            <a:ext cx="4383064" cy="463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33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plot shows a very linear good to fit alignment of Total Revenue with Total Assets whilst assuming the Number of Employees is Constant</a:t>
            </a:r>
          </a:p>
        </p:txBody>
      </p:sp>
      <p:grpSp>
        <p:nvGrpSpPr>
          <p:cNvPr id="106" name="Group 4">
            <a:extLst>
              <a:ext uri="{FF2B5EF4-FFF2-40B4-BE49-F238E27FC236}">
                <a16:creationId xmlns:a16="http://schemas.microsoft.com/office/drawing/2014/main" id="{DB396B81-7D5C-26C4-D4D0-D75AF1B268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83297" y="5643845"/>
            <a:ext cx="5778566" cy="3387215"/>
            <a:chOff x="6874" y="1041"/>
            <a:chExt cx="4237" cy="2434"/>
          </a:xfrm>
        </p:grpSpPr>
        <p:sp>
          <p:nvSpPr>
            <p:cNvPr id="107" name="AutoShape 3">
              <a:extLst>
                <a:ext uri="{FF2B5EF4-FFF2-40B4-BE49-F238E27FC236}">
                  <a16:creationId xmlns:a16="http://schemas.microsoft.com/office/drawing/2014/main" id="{D81AECA5-2403-B974-46A8-76DB9FD1BC9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874" y="1041"/>
              <a:ext cx="4237" cy="243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D"/>
            </a:p>
          </p:txBody>
        </p:sp>
        <p:pic>
          <p:nvPicPr>
            <p:cNvPr id="1029" name="Picture 5">
              <a:extLst>
                <a:ext uri="{FF2B5EF4-FFF2-40B4-BE49-F238E27FC236}">
                  <a16:creationId xmlns:a16="http://schemas.microsoft.com/office/drawing/2014/main" id="{34041E61-8C8D-989C-CB89-C4B2393FDD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4" y="1041"/>
              <a:ext cx="4243" cy="24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49">
            <a:extLst>
              <a:ext uri="{FF2B5EF4-FFF2-40B4-BE49-F238E27FC236}">
                <a16:creationId xmlns:a16="http://schemas.microsoft.com/office/drawing/2014/main" id="{24C4DC2A-C7EE-4D1C-FE94-B3AFF5A898EB}"/>
              </a:ext>
            </a:extLst>
          </p:cNvPr>
          <p:cNvSpPr txBox="1"/>
          <p:nvPr/>
        </p:nvSpPr>
        <p:spPr>
          <a:xfrm>
            <a:off x="1676400" y="976381"/>
            <a:ext cx="4737339" cy="357119"/>
          </a:xfrm>
          <a:prstGeom prst="round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  <a:spcBef>
                <a:spcPct val="0"/>
              </a:spcBef>
            </a:pPr>
            <a:r>
              <a:rPr lang="en-US" sz="1600" b="1" dirty="0">
                <a:solidFill>
                  <a:sysClr val="windowText" lastClr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The Cobb-Douglas Plot</a:t>
            </a:r>
          </a:p>
        </p:txBody>
      </p:sp>
      <p:sp>
        <p:nvSpPr>
          <p:cNvPr id="28" name="TextBox 49">
            <a:extLst>
              <a:ext uri="{FF2B5EF4-FFF2-40B4-BE49-F238E27FC236}">
                <a16:creationId xmlns:a16="http://schemas.microsoft.com/office/drawing/2014/main" id="{6E3AC24C-75F9-3085-D08F-947EF21AAEDE}"/>
              </a:ext>
            </a:extLst>
          </p:cNvPr>
          <p:cNvSpPr txBox="1"/>
          <p:nvPr/>
        </p:nvSpPr>
        <p:spPr>
          <a:xfrm>
            <a:off x="8434098" y="976381"/>
            <a:ext cx="1816765" cy="357119"/>
          </a:xfrm>
          <a:prstGeom prst="round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  <a:spcBef>
                <a:spcPct val="0"/>
              </a:spcBef>
            </a:pPr>
            <a:r>
              <a:rPr lang="en-US" sz="1600" b="1" dirty="0">
                <a:solidFill>
                  <a:sysClr val="windowText" lastClr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QQ-Plot</a:t>
            </a:r>
          </a:p>
        </p:txBody>
      </p:sp>
      <p:sp>
        <p:nvSpPr>
          <p:cNvPr id="2" name="TextBox 49">
            <a:extLst>
              <a:ext uri="{FF2B5EF4-FFF2-40B4-BE49-F238E27FC236}">
                <a16:creationId xmlns:a16="http://schemas.microsoft.com/office/drawing/2014/main" id="{2939EE12-7BD8-42B6-D133-D26D09CE57E3}"/>
              </a:ext>
            </a:extLst>
          </p:cNvPr>
          <p:cNvSpPr txBox="1"/>
          <p:nvPr/>
        </p:nvSpPr>
        <p:spPr>
          <a:xfrm>
            <a:off x="1487680" y="5248156"/>
            <a:ext cx="4737339" cy="357119"/>
          </a:xfrm>
          <a:prstGeom prst="round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  <a:spcBef>
                <a:spcPct val="0"/>
              </a:spcBef>
            </a:pPr>
            <a:r>
              <a:rPr lang="en-US" sz="1600" b="1" dirty="0">
                <a:solidFill>
                  <a:sysClr val="windowText" lastClr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Linear Plot</a:t>
            </a:r>
          </a:p>
        </p:txBody>
      </p:sp>
      <p:sp>
        <p:nvSpPr>
          <p:cNvPr id="3" name="TextBox 85">
            <a:extLst>
              <a:ext uri="{FF2B5EF4-FFF2-40B4-BE49-F238E27FC236}">
                <a16:creationId xmlns:a16="http://schemas.microsoft.com/office/drawing/2014/main" id="{C833CA84-CB53-93E5-D5B6-172197786B29}"/>
              </a:ext>
            </a:extLst>
          </p:cNvPr>
          <p:cNvSpPr txBox="1"/>
          <p:nvPr/>
        </p:nvSpPr>
        <p:spPr>
          <a:xfrm>
            <a:off x="4800600" y="1442793"/>
            <a:ext cx="1484700" cy="185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Typical Cobb Douglas</a:t>
            </a:r>
            <a:endParaRPr lang="en-US" sz="1200" b="1" dirty="0">
              <a:solidFill>
                <a:srgbClr val="000000"/>
              </a:solidFill>
              <a:latin typeface="New Standard Bold"/>
              <a:ea typeface="New Standard Bold"/>
              <a:cs typeface="New Standard Bold"/>
              <a:sym typeface="New Standard Bold"/>
            </a:endParaRPr>
          </a:p>
        </p:txBody>
      </p:sp>
      <p:sp>
        <p:nvSpPr>
          <p:cNvPr id="4" name="TextBox 85">
            <a:extLst>
              <a:ext uri="{FF2B5EF4-FFF2-40B4-BE49-F238E27FC236}">
                <a16:creationId xmlns:a16="http://schemas.microsoft.com/office/drawing/2014/main" id="{B13395F5-1F89-8220-0310-1AE2B21C0D25}"/>
              </a:ext>
            </a:extLst>
          </p:cNvPr>
          <p:cNvSpPr txBox="1"/>
          <p:nvPr/>
        </p:nvSpPr>
        <p:spPr>
          <a:xfrm>
            <a:off x="1219200" y="1454870"/>
            <a:ext cx="2923306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Using the Coefficients as elasticity in form</a:t>
            </a:r>
          </a:p>
        </p:txBody>
      </p:sp>
      <p:sp>
        <p:nvSpPr>
          <p:cNvPr id="5" name="TextBox 49">
            <a:extLst>
              <a:ext uri="{FF2B5EF4-FFF2-40B4-BE49-F238E27FC236}">
                <a16:creationId xmlns:a16="http://schemas.microsoft.com/office/drawing/2014/main" id="{2A58D563-BDE6-E7F6-E3BA-95C15B31D330}"/>
              </a:ext>
            </a:extLst>
          </p:cNvPr>
          <p:cNvSpPr txBox="1"/>
          <p:nvPr/>
        </p:nvSpPr>
        <p:spPr>
          <a:xfrm>
            <a:off x="12325653" y="976381"/>
            <a:ext cx="4737339" cy="357119"/>
          </a:xfrm>
          <a:prstGeom prst="round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  <a:spcBef>
                <a:spcPct val="0"/>
              </a:spcBef>
            </a:pPr>
            <a:r>
              <a:rPr lang="en-US" sz="1600" b="1" dirty="0">
                <a:solidFill>
                  <a:sysClr val="windowText" lastClr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Residuals comparison</a:t>
            </a:r>
          </a:p>
        </p:txBody>
      </p:sp>
      <p:sp>
        <p:nvSpPr>
          <p:cNvPr id="8" name="TextBox 45">
            <a:extLst>
              <a:ext uri="{FF2B5EF4-FFF2-40B4-BE49-F238E27FC236}">
                <a16:creationId xmlns:a16="http://schemas.microsoft.com/office/drawing/2014/main" id="{1965E2F4-AF45-285F-3C39-2AA7F7389BB6}"/>
              </a:ext>
            </a:extLst>
          </p:cNvPr>
          <p:cNvSpPr txBox="1"/>
          <p:nvPr/>
        </p:nvSpPr>
        <p:spPr>
          <a:xfrm>
            <a:off x="6413739" y="4612413"/>
            <a:ext cx="1047411" cy="5107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8"/>
              </a:lnSpc>
            </a:pPr>
            <a:r>
              <a:rPr lang="en-US" sz="800" b="1" i="1" dirty="0">
                <a:solidFill>
                  <a:srgbClr val="13547D"/>
                </a:solidFill>
                <a:latin typeface="New Standard Bold Italics"/>
                <a:ea typeface="New Standard Bold Italics"/>
                <a:cs typeface="New Standard Bold Italics"/>
                <a:sym typeface="New Standard Bold Italics"/>
                <a:hlinkClick r:id="rId9" tooltip="https://www.econowiki.com/_media/en/cobb-douglas-1.svg.png"/>
              </a:rPr>
              <a:t>Source : https://www.econowiki.com/_media/en/cobb-douglas-1.svg.png</a:t>
            </a:r>
          </a:p>
        </p:txBody>
      </p:sp>
      <p:sp>
        <p:nvSpPr>
          <p:cNvPr id="25" name="TextBox 86">
            <a:extLst>
              <a:ext uri="{FF2B5EF4-FFF2-40B4-BE49-F238E27FC236}">
                <a16:creationId xmlns:a16="http://schemas.microsoft.com/office/drawing/2014/main" id="{74D5A63E-60C7-9D4E-56C0-70CE4727E890}"/>
              </a:ext>
            </a:extLst>
          </p:cNvPr>
          <p:cNvSpPr txBox="1"/>
          <p:nvPr/>
        </p:nvSpPr>
        <p:spPr>
          <a:xfrm>
            <a:off x="12325653" y="5007974"/>
            <a:ext cx="4978494" cy="463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33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Under a skew-normal likelihood, the refined model centers the residuals and reduces dispersion, in which confirming that the skew-symmetric assumption better represents the underlying data-generating process</a:t>
            </a:r>
          </a:p>
        </p:txBody>
      </p:sp>
      <p:pic>
        <p:nvPicPr>
          <p:cNvPr id="33" name="Picture 32" descr="A graph of a model&#10;&#10;AI-generated content may be incorrect.">
            <a:extLst>
              <a:ext uri="{FF2B5EF4-FFF2-40B4-BE49-F238E27FC236}">
                <a16:creationId xmlns:a16="http://schemas.microsoft.com/office/drawing/2014/main" id="{F8253F2E-C992-27D7-FBCD-3BF4881BE1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60"/>
          <a:stretch>
            <a:fillRect/>
          </a:stretch>
        </p:blipFill>
        <p:spPr>
          <a:xfrm>
            <a:off x="11820801" y="1489402"/>
            <a:ext cx="5747041" cy="34254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 descr="A graph of a model&#10;&#10;AI-generated content may be incorrect.">
            <a:extLst>
              <a:ext uri="{FF2B5EF4-FFF2-40B4-BE49-F238E27FC236}">
                <a16:creationId xmlns:a16="http://schemas.microsoft.com/office/drawing/2014/main" id="{948D6D2A-BD3F-BAC9-8467-3B7F2BB680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88" b="1440"/>
          <a:stretch>
            <a:fillRect/>
          </a:stretch>
        </p:blipFill>
        <p:spPr>
          <a:xfrm>
            <a:off x="11820801" y="5557935"/>
            <a:ext cx="5747041" cy="33955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TextBox 86">
            <a:extLst>
              <a:ext uri="{FF2B5EF4-FFF2-40B4-BE49-F238E27FC236}">
                <a16:creationId xmlns:a16="http://schemas.microsoft.com/office/drawing/2014/main" id="{ED119A38-5F76-0ADA-FC92-D5269CF07E44}"/>
              </a:ext>
            </a:extLst>
          </p:cNvPr>
          <p:cNvSpPr txBox="1"/>
          <p:nvPr/>
        </p:nvSpPr>
        <p:spPr>
          <a:xfrm>
            <a:off x="12236706" y="9043572"/>
            <a:ext cx="5156388" cy="463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33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skew-normal specification produces centered and homoscedastic residuals, indicating improved distributional symmetry and model fit relative to the OLS benchmark</a:t>
            </a:r>
          </a:p>
        </p:txBody>
      </p:sp>
      <p:pic>
        <p:nvPicPr>
          <p:cNvPr id="38" name="Picture 37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1CA0BC1C-44FE-0729-38D2-2B7F754B40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537" y="6000960"/>
            <a:ext cx="3577891" cy="31981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" name="TextBox 49">
            <a:extLst>
              <a:ext uri="{FF2B5EF4-FFF2-40B4-BE49-F238E27FC236}">
                <a16:creationId xmlns:a16="http://schemas.microsoft.com/office/drawing/2014/main" id="{C5674628-E2D9-86DB-CC9D-90574CD461A8}"/>
              </a:ext>
            </a:extLst>
          </p:cNvPr>
          <p:cNvSpPr txBox="1"/>
          <p:nvPr/>
        </p:nvSpPr>
        <p:spPr>
          <a:xfrm>
            <a:off x="8433989" y="5596430"/>
            <a:ext cx="1816765" cy="357119"/>
          </a:xfrm>
          <a:prstGeom prst="round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7"/>
              </a:lnSpc>
              <a:spcBef>
                <a:spcPct val="0"/>
              </a:spcBef>
            </a:pPr>
            <a:r>
              <a:rPr lang="en-US" sz="1600" b="1" dirty="0">
                <a:solidFill>
                  <a:sysClr val="windowText" lastClr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MRTS</a:t>
            </a:r>
          </a:p>
        </p:txBody>
      </p:sp>
      <p:sp>
        <p:nvSpPr>
          <p:cNvPr id="40" name="TextBox 85">
            <a:extLst>
              <a:ext uri="{FF2B5EF4-FFF2-40B4-BE49-F238E27FC236}">
                <a16:creationId xmlns:a16="http://schemas.microsoft.com/office/drawing/2014/main" id="{B8A9CFFE-CD2F-BB6E-2797-255DE0C7B1AE}"/>
              </a:ext>
            </a:extLst>
          </p:cNvPr>
          <p:cNvSpPr txBox="1"/>
          <p:nvPr/>
        </p:nvSpPr>
        <p:spPr>
          <a:xfrm>
            <a:off x="7239000" y="9269968"/>
            <a:ext cx="441702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New Standard"/>
                <a:ea typeface="New Standard"/>
                <a:cs typeface="New Standard"/>
                <a:sym typeface="New Standard"/>
              </a:rPr>
              <a:t>The MRTS scatter plot confirms that as firms become larger in terms of labor, each additional worker substitutes less capital</a:t>
            </a:r>
            <a:endParaRPr lang="en-US" sz="1200" dirty="0">
              <a:solidFill>
                <a:srgbClr val="000000"/>
              </a:solidFill>
              <a:latin typeface="New Standard" panose="020B0604020202020204" charset="0"/>
              <a:ea typeface="New Standard" panose="020B0604020202020204" charset="0"/>
              <a:cs typeface="New Standard Bold"/>
              <a:sym typeface="New Standard Bold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282E74B-0B51-02DF-29D9-F41FCB010D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405" y="1696886"/>
            <a:ext cx="3243576" cy="29659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34B57E6-BABF-FF4E-5A0F-0E6A14BB05D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90347" y="16703"/>
            <a:ext cx="2054530" cy="7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6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85" grpId="0"/>
      <p:bldP spid="86" grpId="0"/>
      <p:bldP spid="88" grpId="0"/>
      <p:bldP spid="9" grpId="0" animBg="1"/>
      <p:bldP spid="28" grpId="0" animBg="1"/>
      <p:bldP spid="2" grpId="0" animBg="1"/>
      <p:bldP spid="3" grpId="0"/>
      <p:bldP spid="4" grpId="0"/>
      <p:bldP spid="5" grpId="0" animBg="1"/>
      <p:bldP spid="8" grpId="0" animBg="1"/>
      <p:bldP spid="25" grpId="0"/>
      <p:bldP spid="35" grpId="0"/>
      <p:bldP spid="39" grpId="0" animBg="1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A55CA-83FB-E953-8ADC-5751A19A3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11354DC-22B2-05B0-05A3-9EF7567FBABC}"/>
              </a:ext>
            </a:extLst>
          </p:cNvPr>
          <p:cNvSpPr/>
          <p:nvPr/>
        </p:nvSpPr>
        <p:spPr>
          <a:xfrm>
            <a:off x="457200" y="1345649"/>
            <a:ext cx="9241971" cy="78521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Freeform 36">
            <a:extLst>
              <a:ext uri="{FF2B5EF4-FFF2-40B4-BE49-F238E27FC236}">
                <a16:creationId xmlns:a16="http://schemas.microsoft.com/office/drawing/2014/main" id="{58CE69CD-5454-0879-1BFB-8BF676DD0DC0}"/>
              </a:ext>
            </a:extLst>
          </p:cNvPr>
          <p:cNvSpPr>
            <a:spLocks/>
          </p:cNvSpPr>
          <p:nvPr/>
        </p:nvSpPr>
        <p:spPr>
          <a:xfrm>
            <a:off x="5008845" y="6796841"/>
            <a:ext cx="4170361" cy="20042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Alternative econometric methods include: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SFA (Stochastic Frontier Analysis) for productivity/efficiency.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GMM &amp; Panel Cointegration Tests (PCT) for macro-financial linkages.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Present study’s Cobb–Douglas + Skew-Symmetric model preserves interpretability and captures fat-tailed residuals typical in emerging markets.</a:t>
            </a:r>
            <a:endParaRPr lang="en-ID" sz="1400" dirty="0">
              <a:latin typeface="New Standard" panose="020B0604020202020204" charset="0"/>
              <a:ea typeface="New Standard" panose="020B0604020202020204" charset="0"/>
            </a:endParaRP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EC038ADB-C0D1-C018-30E6-94ECF103CD88}"/>
              </a:ext>
            </a:extLst>
          </p:cNvPr>
          <p:cNvGrpSpPr/>
          <p:nvPr/>
        </p:nvGrpSpPr>
        <p:grpSpPr>
          <a:xfrm>
            <a:off x="-19050" y="-561975"/>
            <a:ext cx="18563719" cy="1371600"/>
            <a:chOff x="0" y="-86574"/>
            <a:chExt cx="24751626" cy="2832813"/>
          </a:xfrm>
        </p:grpSpPr>
        <p:grpSp>
          <p:nvGrpSpPr>
            <p:cNvPr id="3" name="Group 11">
              <a:extLst>
                <a:ext uri="{FF2B5EF4-FFF2-40B4-BE49-F238E27FC236}">
                  <a16:creationId xmlns:a16="http://schemas.microsoft.com/office/drawing/2014/main" id="{C349B55D-6D34-F952-F105-7386DD8B1076}"/>
                </a:ext>
              </a:extLst>
            </p:cNvPr>
            <p:cNvGrpSpPr/>
            <p:nvPr/>
          </p:nvGrpSpPr>
          <p:grpSpPr>
            <a:xfrm>
              <a:off x="2683017" y="-86574"/>
              <a:ext cx="22068609" cy="2819431"/>
              <a:chOff x="0" y="-9525"/>
              <a:chExt cx="2428028" cy="310199"/>
            </a:xfrm>
          </p:grpSpPr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00AFF189-504D-A6D3-5488-640E27750B8B}"/>
                  </a:ext>
                </a:extLst>
              </p:cNvPr>
              <p:cNvSpPr/>
              <p:nvPr/>
            </p:nvSpPr>
            <p:spPr>
              <a:xfrm>
                <a:off x="0" y="110188"/>
                <a:ext cx="2391646" cy="190486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8950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89503"/>
                    </a:lnTo>
                    <a:lnTo>
                      <a:pt x="0" y="28950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8" name="TextBox 13">
                <a:extLst>
                  <a:ext uri="{FF2B5EF4-FFF2-40B4-BE49-F238E27FC236}">
                    <a16:creationId xmlns:a16="http://schemas.microsoft.com/office/drawing/2014/main" id="{FC965FAC-39C5-4109-FB5E-C69EC3C7ABBE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2990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4" name="Group 14">
              <a:extLst>
                <a:ext uri="{FF2B5EF4-FFF2-40B4-BE49-F238E27FC236}">
                  <a16:creationId xmlns:a16="http://schemas.microsoft.com/office/drawing/2014/main" id="{96220C9F-2CFB-815B-8139-079EF587C8DD}"/>
                </a:ext>
              </a:extLst>
            </p:cNvPr>
            <p:cNvGrpSpPr/>
            <p:nvPr/>
          </p:nvGrpSpPr>
          <p:grpSpPr>
            <a:xfrm>
              <a:off x="0" y="207475"/>
              <a:ext cx="14206908" cy="2538764"/>
              <a:chOff x="0" y="-9525"/>
              <a:chExt cx="1563070" cy="279319"/>
            </a:xfrm>
          </p:grpSpPr>
          <p:sp>
            <p:nvSpPr>
              <p:cNvPr id="5" name="Freeform 15">
                <a:extLst>
                  <a:ext uri="{FF2B5EF4-FFF2-40B4-BE49-F238E27FC236}">
                    <a16:creationId xmlns:a16="http://schemas.microsoft.com/office/drawing/2014/main" id="{29C89042-3380-7548-9397-68B1E2A412E3}"/>
                  </a:ext>
                </a:extLst>
              </p:cNvPr>
              <p:cNvSpPr/>
              <p:nvPr/>
            </p:nvSpPr>
            <p:spPr>
              <a:xfrm>
                <a:off x="0" y="77958"/>
                <a:ext cx="1563070" cy="19183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57273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57273"/>
                    </a:lnTo>
                    <a:lnTo>
                      <a:pt x="1359870" y="257273"/>
                    </a:lnTo>
                    <a:lnTo>
                      <a:pt x="1563070" y="128637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6" name="TextBox 16">
                <a:extLst>
                  <a:ext uri="{FF2B5EF4-FFF2-40B4-BE49-F238E27FC236}">
                    <a16:creationId xmlns:a16="http://schemas.microsoft.com/office/drawing/2014/main" id="{88F92003-885C-EC87-E53E-08D1F9C7513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48770" cy="2667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9CDEEEC-0928-9567-F673-D84A700EEB44}"/>
              </a:ext>
            </a:extLst>
          </p:cNvPr>
          <p:cNvGrpSpPr/>
          <p:nvPr/>
        </p:nvGrpSpPr>
        <p:grpSpPr>
          <a:xfrm>
            <a:off x="2" y="9628567"/>
            <a:ext cx="18287997" cy="689912"/>
            <a:chOff x="2" y="9628567"/>
            <a:chExt cx="18287997" cy="689912"/>
          </a:xfrm>
        </p:grpSpPr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3537AC81-FC2E-ACBD-4E0F-2B46DD31353B}"/>
                </a:ext>
              </a:extLst>
            </p:cNvPr>
            <p:cNvSpPr/>
            <p:nvPr/>
          </p:nvSpPr>
          <p:spPr>
            <a:xfrm>
              <a:off x="1713748" y="9628567"/>
              <a:ext cx="16574251" cy="689912"/>
            </a:xfrm>
            <a:custGeom>
              <a:avLst/>
              <a:gdLst/>
              <a:ahLst/>
              <a:cxnLst/>
              <a:rect l="l" t="t" r="r" b="b"/>
              <a:pathLst>
                <a:path w="2428028" h="287492">
                  <a:moveTo>
                    <a:pt x="0" y="0"/>
                  </a:moveTo>
                  <a:lnTo>
                    <a:pt x="2428028" y="0"/>
                  </a:lnTo>
                  <a:lnTo>
                    <a:pt x="2428028" y="287492"/>
                  </a:lnTo>
                  <a:lnTo>
                    <a:pt x="0" y="287492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2" name="Freeform 22">
              <a:extLst>
                <a:ext uri="{FF2B5EF4-FFF2-40B4-BE49-F238E27FC236}">
                  <a16:creationId xmlns:a16="http://schemas.microsoft.com/office/drawing/2014/main" id="{256EF667-8C4C-CCED-BD58-311296F0F9FB}"/>
                </a:ext>
              </a:extLst>
            </p:cNvPr>
            <p:cNvSpPr/>
            <p:nvPr/>
          </p:nvSpPr>
          <p:spPr>
            <a:xfrm>
              <a:off x="2" y="9628567"/>
              <a:ext cx="9972406" cy="672806"/>
            </a:xfrm>
            <a:custGeom>
              <a:avLst/>
              <a:gdLst/>
              <a:ahLst/>
              <a:cxnLst/>
              <a:rect l="l" t="t" r="r" b="b"/>
              <a:pathLst>
                <a:path w="1479156" h="257307">
                  <a:moveTo>
                    <a:pt x="1275956" y="0"/>
                  </a:moveTo>
                  <a:lnTo>
                    <a:pt x="0" y="0"/>
                  </a:lnTo>
                  <a:lnTo>
                    <a:pt x="0" y="257307"/>
                  </a:lnTo>
                  <a:lnTo>
                    <a:pt x="1275956" y="257307"/>
                  </a:lnTo>
                  <a:lnTo>
                    <a:pt x="1479156" y="128653"/>
                  </a:lnTo>
                  <a:lnTo>
                    <a:pt x="1275956" y="0"/>
                  </a:lnTo>
                  <a:close/>
                </a:path>
              </a:pathLst>
            </a:custGeom>
            <a:solidFill>
              <a:srgbClr val="13547D"/>
            </a:solid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B2AB690-99A6-722D-6383-672B2BD95D1A}"/>
              </a:ext>
            </a:extLst>
          </p:cNvPr>
          <p:cNvSpPr txBox="1"/>
          <p:nvPr/>
        </p:nvSpPr>
        <p:spPr>
          <a:xfrm>
            <a:off x="124074" y="331778"/>
            <a:ext cx="7800726" cy="296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3678" b="1" dirty="0">
                <a:solidFill>
                  <a:srgbClr val="FFFFFF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4. Discussion and Limitations</a:t>
            </a: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EB654B23-D010-36AB-CDC7-DF4A25552A1A}"/>
              </a:ext>
            </a:extLst>
          </p:cNvPr>
          <p:cNvSpPr txBox="1"/>
          <p:nvPr/>
        </p:nvSpPr>
        <p:spPr>
          <a:xfrm>
            <a:off x="143124" y="9741739"/>
            <a:ext cx="8370637" cy="369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0"/>
              </a:lnSpc>
              <a:spcBef>
                <a:spcPct val="0"/>
              </a:spcBef>
            </a:pPr>
            <a:r>
              <a:rPr lang="en-US" sz="1079" b="1" i="1" dirty="0">
                <a:solidFill>
                  <a:srgbClr val="FFFFFF">
                    <a:alpha val="78824"/>
                  </a:srgbClr>
                </a:solidFill>
                <a:latin typeface="New Standard Bold Italics"/>
                <a:ea typeface="New Standard Bold Italics"/>
                <a:cs typeface="New Standard Bold Italics"/>
                <a:sym typeface="New Standard Bold Italics"/>
              </a:rPr>
              <a:t>Skew-Symmetric Error Distribution Analysis of Elasticity Dynamics of Firm Financial Statement Components: A Case Study in Indonesian Stock Markets using The Cobb-Douglas Linearized Log Form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B55722-7FE6-ADA5-4C81-A55A54B9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049" y="9525"/>
            <a:ext cx="2054530" cy="707197"/>
          </a:xfrm>
          <a:prstGeom prst="rect">
            <a:avLst/>
          </a:prstGeom>
        </p:spPr>
      </p:pic>
      <p:sp>
        <p:nvSpPr>
          <p:cNvPr id="14" name="Freeform 36">
            <a:extLst>
              <a:ext uri="{FF2B5EF4-FFF2-40B4-BE49-F238E27FC236}">
                <a16:creationId xmlns:a16="http://schemas.microsoft.com/office/drawing/2014/main" id="{851DF73E-3D00-7FEE-A551-8165A89519D8}"/>
              </a:ext>
            </a:extLst>
          </p:cNvPr>
          <p:cNvSpPr>
            <a:spLocks/>
          </p:cNvSpPr>
          <p:nvPr/>
        </p:nvSpPr>
        <p:spPr>
          <a:xfrm>
            <a:off x="808182" y="2298228"/>
            <a:ext cx="3657599" cy="1735024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Findings align with </a:t>
            </a:r>
            <a:r>
              <a:rPr lang="en-US" sz="1400" dirty="0" err="1">
                <a:latin typeface="New Standard" panose="020B0604020202020204" charset="0"/>
                <a:ea typeface="New Standard" panose="020B0604020202020204" charset="0"/>
              </a:rPr>
              <a:t>Jimichi</a:t>
            </a: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 et al.’s application of the Cobb–Douglas and skew-symmetric model in the Japanese market. [</a:t>
            </a:r>
            <a:r>
              <a:rPr lang="en-US" sz="14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rPr>
              <a:t>1</a:t>
            </a: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Confirms the model’s reliability in capturing elasticity and asymmetry in firm-level financial data.</a:t>
            </a:r>
            <a:endParaRPr lang="en-ID" sz="1400" dirty="0">
              <a:latin typeface="New Standard" panose="020B0604020202020204" charset="0"/>
              <a:ea typeface="New Standard" panose="020B0604020202020204" charset="0"/>
            </a:endParaRPr>
          </a:p>
        </p:txBody>
      </p:sp>
      <p:grpSp>
        <p:nvGrpSpPr>
          <p:cNvPr id="15" name="Group 41">
            <a:extLst>
              <a:ext uri="{FF2B5EF4-FFF2-40B4-BE49-F238E27FC236}">
                <a16:creationId xmlns:a16="http://schemas.microsoft.com/office/drawing/2014/main" id="{DEBDC660-E02E-2058-4F0C-69E464721EBB}"/>
              </a:ext>
            </a:extLst>
          </p:cNvPr>
          <p:cNvGrpSpPr/>
          <p:nvPr/>
        </p:nvGrpSpPr>
        <p:grpSpPr>
          <a:xfrm>
            <a:off x="950563" y="1888215"/>
            <a:ext cx="3372838" cy="362388"/>
            <a:chOff x="0" y="0"/>
            <a:chExt cx="1615127" cy="17353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6" name="Freeform 42">
              <a:extLst>
                <a:ext uri="{FF2B5EF4-FFF2-40B4-BE49-F238E27FC236}">
                  <a16:creationId xmlns:a16="http://schemas.microsoft.com/office/drawing/2014/main" id="{D803F92B-89AD-6147-A052-B19A93C6BEEE}"/>
                </a:ext>
              </a:extLst>
            </p:cNvPr>
            <p:cNvSpPr/>
            <p:nvPr/>
          </p:nvSpPr>
          <p:spPr>
            <a:xfrm>
              <a:off x="0" y="0"/>
              <a:ext cx="1615127" cy="173534"/>
            </a:xfrm>
            <a:custGeom>
              <a:avLst/>
              <a:gdLst/>
              <a:ahLst/>
              <a:cxnLst/>
              <a:rect l="l" t="t" r="r" b="b"/>
              <a:pathLst>
                <a:path w="1615127" h="173534">
                  <a:moveTo>
                    <a:pt x="64270" y="0"/>
                  </a:moveTo>
                  <a:lnTo>
                    <a:pt x="1550856" y="0"/>
                  </a:lnTo>
                  <a:cubicBezTo>
                    <a:pt x="1586352" y="0"/>
                    <a:pt x="1615127" y="28775"/>
                    <a:pt x="1615127" y="64270"/>
                  </a:cubicBezTo>
                  <a:lnTo>
                    <a:pt x="1615127" y="109264"/>
                  </a:lnTo>
                  <a:cubicBezTo>
                    <a:pt x="1615127" y="144759"/>
                    <a:pt x="1586352" y="173534"/>
                    <a:pt x="1550856" y="173534"/>
                  </a:cubicBezTo>
                  <a:lnTo>
                    <a:pt x="64270" y="173534"/>
                  </a:lnTo>
                  <a:cubicBezTo>
                    <a:pt x="28775" y="173534"/>
                    <a:pt x="0" y="144759"/>
                    <a:pt x="0" y="109264"/>
                  </a:cubicBezTo>
                  <a:lnTo>
                    <a:pt x="0" y="64270"/>
                  </a:lnTo>
                  <a:cubicBezTo>
                    <a:pt x="0" y="28775"/>
                    <a:pt x="28775" y="0"/>
                    <a:pt x="64270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17" name="TextBox 43">
              <a:extLst>
                <a:ext uri="{FF2B5EF4-FFF2-40B4-BE49-F238E27FC236}">
                  <a16:creationId xmlns:a16="http://schemas.microsoft.com/office/drawing/2014/main" id="{B3615A25-F96D-05C1-2A1F-1B400C4E5972}"/>
                </a:ext>
              </a:extLst>
            </p:cNvPr>
            <p:cNvSpPr txBox="1"/>
            <p:nvPr/>
          </p:nvSpPr>
          <p:spPr>
            <a:xfrm>
              <a:off x="0" y="-28575"/>
              <a:ext cx="1615127" cy="202109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1997"/>
                </a:lnSpc>
              </a:pPr>
              <a:r>
                <a:rPr lang="en-US" sz="1426" b="1" dirty="0">
                  <a:solidFill>
                    <a:srgbClr val="FEFEFE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Prior Research Alignment</a:t>
              </a:r>
            </a:p>
          </p:txBody>
        </p:sp>
      </p:grpSp>
      <p:sp>
        <p:nvSpPr>
          <p:cNvPr id="18" name="Freeform 36">
            <a:extLst>
              <a:ext uri="{FF2B5EF4-FFF2-40B4-BE49-F238E27FC236}">
                <a16:creationId xmlns:a16="http://schemas.microsoft.com/office/drawing/2014/main" id="{3560A1BC-9A62-3944-BD8F-E73EC668F746}"/>
              </a:ext>
            </a:extLst>
          </p:cNvPr>
          <p:cNvSpPr>
            <a:spLocks/>
          </p:cNvSpPr>
          <p:nvPr/>
        </p:nvSpPr>
        <p:spPr>
          <a:xfrm>
            <a:off x="4673744" y="2298228"/>
            <a:ext cx="3657599" cy="1735024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New Standard" panose="020B0604020202020204" charset="0"/>
                <a:ea typeface="New Standard" panose="020B0604020202020204" charset="0"/>
              </a:rPr>
              <a:t>Japan</a:t>
            </a: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: high capital intensity, aging demographics, and strong capital-labor substitution. [</a:t>
            </a:r>
            <a:r>
              <a:rPr lang="en-US" sz="14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rPr>
              <a:t>2</a:t>
            </a: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I</a:t>
            </a:r>
            <a:r>
              <a:rPr lang="en-US" sz="1400" b="1" dirty="0">
                <a:latin typeface="New Standard" panose="020B0604020202020204" charset="0"/>
                <a:ea typeface="New Standard" panose="020B0604020202020204" charset="0"/>
              </a:rPr>
              <a:t>ndonesia</a:t>
            </a: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: shift from manufacturing to resource-based sectors increases aggregate capital intensity and heterogeneity. [</a:t>
            </a:r>
            <a:r>
              <a:rPr lang="en-US" sz="1400" dirty="0">
                <a:solidFill>
                  <a:schemeClr val="tx2"/>
                </a:solidFill>
                <a:latin typeface="New Standard" panose="020B0604020202020204" charset="0"/>
                <a:ea typeface="New Standard" panose="020B0604020202020204" charset="0"/>
              </a:rPr>
              <a:t>3</a:t>
            </a: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]</a:t>
            </a:r>
            <a:endParaRPr lang="en-ID" sz="1400" dirty="0">
              <a:latin typeface="New Standard" panose="020B0604020202020204" charset="0"/>
              <a:ea typeface="New Standard" panose="020B0604020202020204" charset="0"/>
            </a:endParaRPr>
          </a:p>
        </p:txBody>
      </p:sp>
      <p:grpSp>
        <p:nvGrpSpPr>
          <p:cNvPr id="19" name="Group 41">
            <a:extLst>
              <a:ext uri="{FF2B5EF4-FFF2-40B4-BE49-F238E27FC236}">
                <a16:creationId xmlns:a16="http://schemas.microsoft.com/office/drawing/2014/main" id="{201F8F03-58AE-1184-4128-C97C8A800FF5}"/>
              </a:ext>
            </a:extLst>
          </p:cNvPr>
          <p:cNvGrpSpPr/>
          <p:nvPr/>
        </p:nvGrpSpPr>
        <p:grpSpPr>
          <a:xfrm>
            <a:off x="4816125" y="1888215"/>
            <a:ext cx="3372838" cy="362388"/>
            <a:chOff x="0" y="0"/>
            <a:chExt cx="1615127" cy="17353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E93725A2-D6CD-2327-CA30-0A763EC1E3E6}"/>
                </a:ext>
              </a:extLst>
            </p:cNvPr>
            <p:cNvSpPr/>
            <p:nvPr/>
          </p:nvSpPr>
          <p:spPr>
            <a:xfrm>
              <a:off x="0" y="0"/>
              <a:ext cx="1615127" cy="173534"/>
            </a:xfrm>
            <a:custGeom>
              <a:avLst/>
              <a:gdLst/>
              <a:ahLst/>
              <a:cxnLst/>
              <a:rect l="l" t="t" r="r" b="b"/>
              <a:pathLst>
                <a:path w="1615127" h="173534">
                  <a:moveTo>
                    <a:pt x="64270" y="0"/>
                  </a:moveTo>
                  <a:lnTo>
                    <a:pt x="1550856" y="0"/>
                  </a:lnTo>
                  <a:cubicBezTo>
                    <a:pt x="1586352" y="0"/>
                    <a:pt x="1615127" y="28775"/>
                    <a:pt x="1615127" y="64270"/>
                  </a:cubicBezTo>
                  <a:lnTo>
                    <a:pt x="1615127" y="109264"/>
                  </a:lnTo>
                  <a:cubicBezTo>
                    <a:pt x="1615127" y="144759"/>
                    <a:pt x="1586352" y="173534"/>
                    <a:pt x="1550856" y="173534"/>
                  </a:cubicBezTo>
                  <a:lnTo>
                    <a:pt x="64270" y="173534"/>
                  </a:lnTo>
                  <a:cubicBezTo>
                    <a:pt x="28775" y="173534"/>
                    <a:pt x="0" y="144759"/>
                    <a:pt x="0" y="109264"/>
                  </a:cubicBezTo>
                  <a:lnTo>
                    <a:pt x="0" y="64270"/>
                  </a:lnTo>
                  <a:cubicBezTo>
                    <a:pt x="0" y="28775"/>
                    <a:pt x="28775" y="0"/>
                    <a:pt x="64270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21" name="TextBox 43">
              <a:extLst>
                <a:ext uri="{FF2B5EF4-FFF2-40B4-BE49-F238E27FC236}">
                  <a16:creationId xmlns:a16="http://schemas.microsoft.com/office/drawing/2014/main" id="{1937695B-22B3-5B29-8B3B-5DC277EE8486}"/>
                </a:ext>
              </a:extLst>
            </p:cNvPr>
            <p:cNvSpPr txBox="1"/>
            <p:nvPr/>
          </p:nvSpPr>
          <p:spPr>
            <a:xfrm>
              <a:off x="0" y="-28575"/>
              <a:ext cx="1615127" cy="202109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1997"/>
                </a:lnSpc>
              </a:pPr>
              <a:r>
                <a:rPr lang="en-US" sz="1426" b="1" dirty="0">
                  <a:solidFill>
                    <a:srgbClr val="FEFEFE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Structural Market Differences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5B0A995-F994-9D6E-7C0A-79188ACD2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41" y="4449899"/>
            <a:ext cx="3657599" cy="33445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85">
            <a:extLst>
              <a:ext uri="{FF2B5EF4-FFF2-40B4-BE49-F238E27FC236}">
                <a16:creationId xmlns:a16="http://schemas.microsoft.com/office/drawing/2014/main" id="{01D9E993-874B-3366-207B-902C3798BE6E}"/>
              </a:ext>
            </a:extLst>
          </p:cNvPr>
          <p:cNvSpPr txBox="1"/>
          <p:nvPr/>
        </p:nvSpPr>
        <p:spPr>
          <a:xfrm>
            <a:off x="1922369" y="4146424"/>
            <a:ext cx="2543411" cy="184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Referencing the previous graph…</a:t>
            </a: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04E79646-52AC-5915-FE3F-34B9EF298824}"/>
              </a:ext>
            </a:extLst>
          </p:cNvPr>
          <p:cNvSpPr>
            <a:spLocks/>
          </p:cNvSpPr>
          <p:nvPr/>
        </p:nvSpPr>
        <p:spPr>
          <a:xfrm>
            <a:off x="5008845" y="4412555"/>
            <a:ext cx="3657599" cy="173502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Indonesia’s revenue surface driven by </a:t>
            </a:r>
            <a:r>
              <a:rPr lang="en-US" sz="1400" b="1" dirty="0">
                <a:latin typeface="New Standard" panose="020B0604020202020204" charset="0"/>
                <a:ea typeface="New Standard" panose="020B0604020202020204" charset="0"/>
              </a:rPr>
              <a:t>asset growth</a:t>
            </a: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Suggests a capital-intensive economy, where mining and resource firms dominate revenue generation patterns.</a:t>
            </a:r>
            <a:endParaRPr lang="en-ID" sz="1400" dirty="0">
              <a:latin typeface="New Standard" panose="020B0604020202020204" charset="0"/>
              <a:ea typeface="New Standard" panose="020B0604020202020204" charset="0"/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355743BE-3DD0-10A3-A462-9DB5ED0CE92C}"/>
              </a:ext>
            </a:extLst>
          </p:cNvPr>
          <p:cNvSpPr/>
          <p:nvPr/>
        </p:nvSpPr>
        <p:spPr>
          <a:xfrm rot="16200000">
            <a:off x="4721118" y="5071163"/>
            <a:ext cx="158963" cy="385441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TextBox 43">
            <a:extLst>
              <a:ext uri="{FF2B5EF4-FFF2-40B4-BE49-F238E27FC236}">
                <a16:creationId xmlns:a16="http://schemas.microsoft.com/office/drawing/2014/main" id="{5E53F11D-5E07-C593-0EFD-3CF9381CA960}"/>
              </a:ext>
            </a:extLst>
          </p:cNvPr>
          <p:cNvSpPr txBox="1"/>
          <p:nvPr/>
        </p:nvSpPr>
        <p:spPr>
          <a:xfrm>
            <a:off x="5408815" y="6305174"/>
            <a:ext cx="3372838" cy="42206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1997"/>
              </a:lnSpc>
            </a:pPr>
            <a:r>
              <a:rPr lang="en-US" sz="1426" b="1" dirty="0">
                <a:solidFill>
                  <a:srgbClr val="FEFEFE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Comparison with our Method</a:t>
            </a:r>
          </a:p>
        </p:txBody>
      </p:sp>
      <p:grpSp>
        <p:nvGrpSpPr>
          <p:cNvPr id="36" name="Group 36">
            <a:extLst>
              <a:ext uri="{FF2B5EF4-FFF2-40B4-BE49-F238E27FC236}">
                <a16:creationId xmlns:a16="http://schemas.microsoft.com/office/drawing/2014/main" id="{F3523ADE-4A3E-16AE-D3EB-AC260D9A7200}"/>
              </a:ext>
            </a:extLst>
          </p:cNvPr>
          <p:cNvGrpSpPr/>
          <p:nvPr/>
        </p:nvGrpSpPr>
        <p:grpSpPr>
          <a:xfrm>
            <a:off x="3202406" y="1160149"/>
            <a:ext cx="2893594" cy="404768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76326009-CB99-D28D-D64C-8549E7E21829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38">
              <a:extLst>
                <a:ext uri="{FF2B5EF4-FFF2-40B4-BE49-F238E27FC236}">
                  <a16:creationId xmlns:a16="http://schemas.microsoft.com/office/drawing/2014/main" id="{49D9CCC9-7074-D853-B452-3E4AD68D4EA7}"/>
                </a:ext>
              </a:extLst>
            </p:cNvPr>
            <p:cNvSpPr txBox="1"/>
            <p:nvPr/>
          </p:nvSpPr>
          <p:spPr>
            <a:xfrm>
              <a:off x="0" y="-38100"/>
              <a:ext cx="928317" cy="235130"/>
            </a:xfrm>
            <a:prstGeom prst="roundRect">
              <a:avLst/>
            </a:prstGeom>
            <a:solidFill>
              <a:srgbClr val="F79646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/>
              <a:r>
                <a:rPr lang="en-US" sz="1600" b="1" dirty="0" err="1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  <a:cs typeface="Cascadia Mono Light" panose="020B0609020000020004" pitchFamily="49" charset="0"/>
                </a:rPr>
                <a:t>Disccusion</a:t>
              </a:r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  <a:cs typeface="Cascadia Mono Light" panose="020B0609020000020004" pitchFamily="49" charset="0"/>
                </a:rPr>
                <a:t> and </a:t>
              </a:r>
              <a:r>
                <a:rPr lang="en-US" sz="1600" b="1" dirty="0" err="1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  <a:cs typeface="Cascadia Mono Light" panose="020B0609020000020004" pitchFamily="49" charset="0"/>
                </a:rPr>
                <a:t>Interpertation</a:t>
              </a:r>
              <a:endParaRPr lang="en-US" sz="1600" b="1" dirty="0">
                <a:solidFill>
                  <a:schemeClr val="tx1"/>
                </a:solidFill>
                <a:latin typeface="New Standard" panose="020B0604020202020204" charset="0"/>
                <a:ea typeface="New Standard" panose="020B0604020202020204" charset="0"/>
                <a:cs typeface="Cascadia Mono Light" panose="020B0609020000020004" pitchFamily="49" charset="0"/>
              </a:endParaRPr>
            </a:p>
          </p:txBody>
        </p:sp>
      </p:grpSp>
      <p:sp>
        <p:nvSpPr>
          <p:cNvPr id="75" name="Freeform 36">
            <a:extLst>
              <a:ext uri="{FF2B5EF4-FFF2-40B4-BE49-F238E27FC236}">
                <a16:creationId xmlns:a16="http://schemas.microsoft.com/office/drawing/2014/main" id="{3D44983B-4CC2-E86C-E174-33998CA632A7}"/>
              </a:ext>
            </a:extLst>
          </p:cNvPr>
          <p:cNvSpPr>
            <a:spLocks/>
          </p:cNvSpPr>
          <p:nvPr/>
        </p:nvSpPr>
        <p:spPr>
          <a:xfrm>
            <a:off x="10377132" y="4033252"/>
            <a:ext cx="3657599" cy="1310113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Intentional simplicity: regression with few core variables for clear log-likelihood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Ensures interpretability but trades off robustness of richer variable inclusion.</a:t>
            </a:r>
            <a:endParaRPr lang="en-ID" sz="1400" dirty="0">
              <a:latin typeface="New Standard" panose="020B0604020202020204" charset="0"/>
              <a:ea typeface="New Standard" panose="020B0604020202020204" charset="0"/>
            </a:endParaRPr>
          </a:p>
        </p:txBody>
      </p:sp>
      <p:sp>
        <p:nvSpPr>
          <p:cNvPr id="76" name="Freeform 36">
            <a:extLst>
              <a:ext uri="{FF2B5EF4-FFF2-40B4-BE49-F238E27FC236}">
                <a16:creationId xmlns:a16="http://schemas.microsoft.com/office/drawing/2014/main" id="{E6415CFF-E440-E383-4D1F-3B6BAFFCADB5}"/>
              </a:ext>
            </a:extLst>
          </p:cNvPr>
          <p:cNvSpPr>
            <a:spLocks/>
          </p:cNvSpPr>
          <p:nvPr/>
        </p:nvSpPr>
        <p:spPr>
          <a:xfrm>
            <a:off x="10377132" y="2219505"/>
            <a:ext cx="3657599" cy="1152034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Dataset sourced from Yahoo Finance for simplicity.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Limited time span (1–2 years) of quarterly data reduces robustness compared to multi-year studies.</a:t>
            </a:r>
            <a:endParaRPr lang="en-ID" sz="1400" dirty="0">
              <a:latin typeface="New Standard" panose="020B0604020202020204" charset="0"/>
              <a:ea typeface="New Standard" panose="020B0604020202020204" charset="0"/>
            </a:endParaRPr>
          </a:p>
        </p:txBody>
      </p:sp>
      <p:grpSp>
        <p:nvGrpSpPr>
          <p:cNvPr id="77" name="Group 41">
            <a:extLst>
              <a:ext uri="{FF2B5EF4-FFF2-40B4-BE49-F238E27FC236}">
                <a16:creationId xmlns:a16="http://schemas.microsoft.com/office/drawing/2014/main" id="{4D252C45-ED0E-827C-0996-D619AA1C7938}"/>
              </a:ext>
            </a:extLst>
          </p:cNvPr>
          <p:cNvGrpSpPr/>
          <p:nvPr/>
        </p:nvGrpSpPr>
        <p:grpSpPr>
          <a:xfrm>
            <a:off x="10519513" y="1809492"/>
            <a:ext cx="3372838" cy="362388"/>
            <a:chOff x="0" y="0"/>
            <a:chExt cx="1615127" cy="17353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78" name="Freeform 42">
              <a:extLst>
                <a:ext uri="{FF2B5EF4-FFF2-40B4-BE49-F238E27FC236}">
                  <a16:creationId xmlns:a16="http://schemas.microsoft.com/office/drawing/2014/main" id="{D9A8F520-34A7-C71D-BC5B-8E4B7A1AD218}"/>
                </a:ext>
              </a:extLst>
            </p:cNvPr>
            <p:cNvSpPr/>
            <p:nvPr/>
          </p:nvSpPr>
          <p:spPr>
            <a:xfrm>
              <a:off x="0" y="0"/>
              <a:ext cx="1615127" cy="173534"/>
            </a:xfrm>
            <a:custGeom>
              <a:avLst/>
              <a:gdLst/>
              <a:ahLst/>
              <a:cxnLst/>
              <a:rect l="l" t="t" r="r" b="b"/>
              <a:pathLst>
                <a:path w="1615127" h="173534">
                  <a:moveTo>
                    <a:pt x="64270" y="0"/>
                  </a:moveTo>
                  <a:lnTo>
                    <a:pt x="1550856" y="0"/>
                  </a:lnTo>
                  <a:cubicBezTo>
                    <a:pt x="1586352" y="0"/>
                    <a:pt x="1615127" y="28775"/>
                    <a:pt x="1615127" y="64270"/>
                  </a:cubicBezTo>
                  <a:lnTo>
                    <a:pt x="1615127" y="109264"/>
                  </a:lnTo>
                  <a:cubicBezTo>
                    <a:pt x="1615127" y="144759"/>
                    <a:pt x="1586352" y="173534"/>
                    <a:pt x="1550856" y="173534"/>
                  </a:cubicBezTo>
                  <a:lnTo>
                    <a:pt x="64270" y="173534"/>
                  </a:lnTo>
                  <a:cubicBezTo>
                    <a:pt x="28775" y="173534"/>
                    <a:pt x="0" y="144759"/>
                    <a:pt x="0" y="109264"/>
                  </a:cubicBezTo>
                  <a:lnTo>
                    <a:pt x="0" y="64270"/>
                  </a:lnTo>
                  <a:cubicBezTo>
                    <a:pt x="0" y="28775"/>
                    <a:pt x="28775" y="0"/>
                    <a:pt x="64270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79" name="TextBox 43">
              <a:extLst>
                <a:ext uri="{FF2B5EF4-FFF2-40B4-BE49-F238E27FC236}">
                  <a16:creationId xmlns:a16="http://schemas.microsoft.com/office/drawing/2014/main" id="{168404A8-924C-3D83-D8EB-B6F42C547627}"/>
                </a:ext>
              </a:extLst>
            </p:cNvPr>
            <p:cNvSpPr txBox="1"/>
            <p:nvPr/>
          </p:nvSpPr>
          <p:spPr>
            <a:xfrm>
              <a:off x="0" y="-28575"/>
              <a:ext cx="1615127" cy="202109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1997"/>
                </a:lnSpc>
              </a:pPr>
              <a:r>
                <a:rPr lang="en-US" sz="1426" b="1" dirty="0">
                  <a:solidFill>
                    <a:srgbClr val="FEFEFE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Limited Time Span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2BCFDCAD-F567-3B92-EF23-795D2B506E58}"/>
              </a:ext>
            </a:extLst>
          </p:cNvPr>
          <p:cNvSpPr/>
          <p:nvPr/>
        </p:nvSpPr>
        <p:spPr>
          <a:xfrm>
            <a:off x="569274" y="2595169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1.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D380438-903E-77F2-F3B9-6A7BF62A36EA}"/>
              </a:ext>
            </a:extLst>
          </p:cNvPr>
          <p:cNvSpPr/>
          <p:nvPr/>
        </p:nvSpPr>
        <p:spPr>
          <a:xfrm>
            <a:off x="4434836" y="3287164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2.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4D2A9EB-A2E8-8497-148E-B7B6ECD44143}"/>
              </a:ext>
            </a:extLst>
          </p:cNvPr>
          <p:cNvSpPr/>
          <p:nvPr/>
        </p:nvSpPr>
        <p:spPr>
          <a:xfrm>
            <a:off x="4674105" y="8232755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3.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D0147966-F5B7-1384-54FB-D8024BD86152}"/>
              </a:ext>
            </a:extLst>
          </p:cNvPr>
          <p:cNvSpPr/>
          <p:nvPr/>
        </p:nvSpPr>
        <p:spPr>
          <a:xfrm>
            <a:off x="9887941" y="1265194"/>
            <a:ext cx="4590059" cy="78521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86" name="Group 41">
            <a:extLst>
              <a:ext uri="{FF2B5EF4-FFF2-40B4-BE49-F238E27FC236}">
                <a16:creationId xmlns:a16="http://schemas.microsoft.com/office/drawing/2014/main" id="{A2A6A63D-66AC-B286-1A25-7293AD05FBCA}"/>
              </a:ext>
            </a:extLst>
          </p:cNvPr>
          <p:cNvGrpSpPr/>
          <p:nvPr/>
        </p:nvGrpSpPr>
        <p:grpSpPr>
          <a:xfrm>
            <a:off x="10480326" y="3665212"/>
            <a:ext cx="3372838" cy="362388"/>
            <a:chOff x="0" y="0"/>
            <a:chExt cx="1615127" cy="17353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7" name="Freeform 42">
              <a:extLst>
                <a:ext uri="{FF2B5EF4-FFF2-40B4-BE49-F238E27FC236}">
                  <a16:creationId xmlns:a16="http://schemas.microsoft.com/office/drawing/2014/main" id="{FDC850C7-66EF-2CA5-6F9D-7F8FBAD705EB}"/>
                </a:ext>
              </a:extLst>
            </p:cNvPr>
            <p:cNvSpPr/>
            <p:nvPr/>
          </p:nvSpPr>
          <p:spPr>
            <a:xfrm>
              <a:off x="0" y="0"/>
              <a:ext cx="1615127" cy="173534"/>
            </a:xfrm>
            <a:custGeom>
              <a:avLst/>
              <a:gdLst/>
              <a:ahLst/>
              <a:cxnLst/>
              <a:rect l="l" t="t" r="r" b="b"/>
              <a:pathLst>
                <a:path w="1615127" h="173534">
                  <a:moveTo>
                    <a:pt x="64270" y="0"/>
                  </a:moveTo>
                  <a:lnTo>
                    <a:pt x="1550856" y="0"/>
                  </a:lnTo>
                  <a:cubicBezTo>
                    <a:pt x="1586352" y="0"/>
                    <a:pt x="1615127" y="28775"/>
                    <a:pt x="1615127" y="64270"/>
                  </a:cubicBezTo>
                  <a:lnTo>
                    <a:pt x="1615127" y="109264"/>
                  </a:lnTo>
                  <a:cubicBezTo>
                    <a:pt x="1615127" y="144759"/>
                    <a:pt x="1586352" y="173534"/>
                    <a:pt x="1550856" y="173534"/>
                  </a:cubicBezTo>
                  <a:lnTo>
                    <a:pt x="64270" y="173534"/>
                  </a:lnTo>
                  <a:cubicBezTo>
                    <a:pt x="28775" y="173534"/>
                    <a:pt x="0" y="144759"/>
                    <a:pt x="0" y="109264"/>
                  </a:cubicBezTo>
                  <a:lnTo>
                    <a:pt x="0" y="64270"/>
                  </a:lnTo>
                  <a:cubicBezTo>
                    <a:pt x="0" y="28775"/>
                    <a:pt x="28775" y="0"/>
                    <a:pt x="64270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88" name="TextBox 43">
              <a:extLst>
                <a:ext uri="{FF2B5EF4-FFF2-40B4-BE49-F238E27FC236}">
                  <a16:creationId xmlns:a16="http://schemas.microsoft.com/office/drawing/2014/main" id="{C3EACB86-6449-9B11-2DDD-8AC56583A8AB}"/>
                </a:ext>
              </a:extLst>
            </p:cNvPr>
            <p:cNvSpPr txBox="1"/>
            <p:nvPr/>
          </p:nvSpPr>
          <p:spPr>
            <a:xfrm>
              <a:off x="0" y="-28575"/>
              <a:ext cx="1615127" cy="202109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1997"/>
                </a:lnSpc>
              </a:pPr>
              <a:r>
                <a:rPr lang="en-US" sz="1426" b="1" dirty="0">
                  <a:solidFill>
                    <a:srgbClr val="FEFEFE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Conservative Modelling</a:t>
              </a:r>
            </a:p>
          </p:txBody>
        </p:sp>
      </p:grpSp>
      <p:sp>
        <p:nvSpPr>
          <p:cNvPr id="90" name="Freeform 36">
            <a:extLst>
              <a:ext uri="{FF2B5EF4-FFF2-40B4-BE49-F238E27FC236}">
                <a16:creationId xmlns:a16="http://schemas.microsoft.com/office/drawing/2014/main" id="{3054A339-B23C-DF80-8D2D-129E3947287C}"/>
              </a:ext>
            </a:extLst>
          </p:cNvPr>
          <p:cNvSpPr>
            <a:spLocks/>
          </p:cNvSpPr>
          <p:nvPr/>
        </p:nvSpPr>
        <p:spPr>
          <a:xfrm>
            <a:off x="10377132" y="6047950"/>
            <a:ext cx="3657599" cy="1735024"/>
          </a:xfrm>
          <a:custGeom>
            <a:avLst/>
            <a:gdLst/>
            <a:ahLst/>
            <a:cxnLst/>
            <a:rect l="l" t="t" r="r" b="b"/>
            <a:pathLst>
              <a:path w="1456886" h="1468630">
                <a:moveTo>
                  <a:pt x="0" y="0"/>
                </a:moveTo>
                <a:lnTo>
                  <a:pt x="1456886" y="0"/>
                </a:lnTo>
                <a:lnTo>
                  <a:pt x="1456886" y="1468630"/>
                </a:lnTo>
                <a:lnTo>
                  <a:pt x="0" y="146863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New Standard" panose="020B0604020202020204" charset="0"/>
                <a:ea typeface="New Standard" panose="020B0604020202020204" charset="0"/>
              </a:rPr>
              <a:t>Jimichi’s</a:t>
            </a: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 model included industry dummy variables and multiple explanatory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New Standard" panose="020B0604020202020204" charset="0"/>
                <a:ea typeface="New Standard" panose="020B0604020202020204" charset="0"/>
              </a:rPr>
              <a:t>Our conservative model omits variables like profit ratios and sectoral adjustments, reducing generalization power.</a:t>
            </a:r>
            <a:endParaRPr lang="en-ID" sz="1400" dirty="0">
              <a:latin typeface="New Standard" panose="020B0604020202020204" charset="0"/>
              <a:ea typeface="New Standard" panose="020B0604020202020204" charset="0"/>
            </a:endParaRPr>
          </a:p>
        </p:txBody>
      </p:sp>
      <p:grpSp>
        <p:nvGrpSpPr>
          <p:cNvPr id="91" name="Group 41">
            <a:extLst>
              <a:ext uri="{FF2B5EF4-FFF2-40B4-BE49-F238E27FC236}">
                <a16:creationId xmlns:a16="http://schemas.microsoft.com/office/drawing/2014/main" id="{CB9B2BCE-BB56-4CDF-7434-4691E38BBB1A}"/>
              </a:ext>
            </a:extLst>
          </p:cNvPr>
          <p:cNvGrpSpPr/>
          <p:nvPr/>
        </p:nvGrpSpPr>
        <p:grpSpPr>
          <a:xfrm>
            <a:off x="10480326" y="5679910"/>
            <a:ext cx="3372838" cy="362388"/>
            <a:chOff x="0" y="0"/>
            <a:chExt cx="1615127" cy="17353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2" name="Freeform 42">
              <a:extLst>
                <a:ext uri="{FF2B5EF4-FFF2-40B4-BE49-F238E27FC236}">
                  <a16:creationId xmlns:a16="http://schemas.microsoft.com/office/drawing/2014/main" id="{AFF9C2A5-C715-F409-0616-9C8FC6C9D366}"/>
                </a:ext>
              </a:extLst>
            </p:cNvPr>
            <p:cNvSpPr/>
            <p:nvPr/>
          </p:nvSpPr>
          <p:spPr>
            <a:xfrm>
              <a:off x="0" y="0"/>
              <a:ext cx="1615127" cy="173534"/>
            </a:xfrm>
            <a:custGeom>
              <a:avLst/>
              <a:gdLst/>
              <a:ahLst/>
              <a:cxnLst/>
              <a:rect l="l" t="t" r="r" b="b"/>
              <a:pathLst>
                <a:path w="1615127" h="173534">
                  <a:moveTo>
                    <a:pt x="64270" y="0"/>
                  </a:moveTo>
                  <a:lnTo>
                    <a:pt x="1550856" y="0"/>
                  </a:lnTo>
                  <a:cubicBezTo>
                    <a:pt x="1586352" y="0"/>
                    <a:pt x="1615127" y="28775"/>
                    <a:pt x="1615127" y="64270"/>
                  </a:cubicBezTo>
                  <a:lnTo>
                    <a:pt x="1615127" y="109264"/>
                  </a:lnTo>
                  <a:cubicBezTo>
                    <a:pt x="1615127" y="144759"/>
                    <a:pt x="1586352" y="173534"/>
                    <a:pt x="1550856" y="173534"/>
                  </a:cubicBezTo>
                  <a:lnTo>
                    <a:pt x="64270" y="173534"/>
                  </a:lnTo>
                  <a:cubicBezTo>
                    <a:pt x="28775" y="173534"/>
                    <a:pt x="0" y="144759"/>
                    <a:pt x="0" y="109264"/>
                  </a:cubicBezTo>
                  <a:lnTo>
                    <a:pt x="0" y="64270"/>
                  </a:lnTo>
                  <a:cubicBezTo>
                    <a:pt x="0" y="28775"/>
                    <a:pt x="28775" y="0"/>
                    <a:pt x="64270" y="0"/>
                  </a:cubicBezTo>
                  <a:close/>
                </a:path>
              </a:pathLst>
            </a:cu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93" name="TextBox 43">
              <a:extLst>
                <a:ext uri="{FF2B5EF4-FFF2-40B4-BE49-F238E27FC236}">
                  <a16:creationId xmlns:a16="http://schemas.microsoft.com/office/drawing/2014/main" id="{94B64503-68CD-1043-218D-F3592F970502}"/>
                </a:ext>
              </a:extLst>
            </p:cNvPr>
            <p:cNvSpPr txBox="1"/>
            <p:nvPr/>
          </p:nvSpPr>
          <p:spPr>
            <a:xfrm>
              <a:off x="0" y="-28575"/>
              <a:ext cx="1615127" cy="202109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1997"/>
                </a:lnSpc>
              </a:pPr>
              <a:r>
                <a:rPr lang="en-US" sz="1426" b="1" dirty="0">
                  <a:solidFill>
                    <a:srgbClr val="FEFEFE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Comparison with Prior studies</a:t>
              </a:r>
            </a:p>
          </p:txBody>
        </p:sp>
      </p:grp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9A61AE1A-7C2B-E6BF-CB69-7CB24C7342D5}"/>
              </a:ext>
            </a:extLst>
          </p:cNvPr>
          <p:cNvSpPr/>
          <p:nvPr/>
        </p:nvSpPr>
        <p:spPr>
          <a:xfrm>
            <a:off x="14787340" y="3166227"/>
            <a:ext cx="3156582" cy="48728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5" name="Group 36">
            <a:extLst>
              <a:ext uri="{FF2B5EF4-FFF2-40B4-BE49-F238E27FC236}">
                <a16:creationId xmlns:a16="http://schemas.microsoft.com/office/drawing/2014/main" id="{F13B5004-4CFF-2873-5A43-8E729C673A85}"/>
              </a:ext>
            </a:extLst>
          </p:cNvPr>
          <p:cNvGrpSpPr/>
          <p:nvPr/>
        </p:nvGrpSpPr>
        <p:grpSpPr>
          <a:xfrm>
            <a:off x="10737354" y="1007170"/>
            <a:ext cx="2810946" cy="404768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6E41B8B3-7405-3BF1-97DB-DA93E5122D42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dirty="0">
                <a:solidFill>
                  <a:schemeClr val="tx1"/>
                </a:solidFill>
              </a:endParaRPr>
            </a:p>
          </p:txBody>
        </p:sp>
        <p:sp>
          <p:nvSpPr>
            <p:cNvPr id="97" name="TextBox 38">
              <a:extLst>
                <a:ext uri="{FF2B5EF4-FFF2-40B4-BE49-F238E27FC236}">
                  <a16:creationId xmlns:a16="http://schemas.microsoft.com/office/drawing/2014/main" id="{074D653C-4D5F-1BE8-15EE-B5E0B3F70510}"/>
                </a:ext>
              </a:extLst>
            </p:cNvPr>
            <p:cNvSpPr txBox="1"/>
            <p:nvPr/>
          </p:nvSpPr>
          <p:spPr>
            <a:xfrm>
              <a:off x="0" y="-38100"/>
              <a:ext cx="928317" cy="235130"/>
            </a:xfrm>
            <a:prstGeom prst="roundRect">
              <a:avLst/>
            </a:prstGeom>
            <a:solidFill>
              <a:srgbClr val="F79646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  <a:cs typeface="Cascadia Mono Light" panose="020B0609020000020004" pitchFamily="49" charset="0"/>
                </a:rPr>
                <a:t>Limitations</a:t>
              </a:r>
            </a:p>
          </p:txBody>
        </p:sp>
      </p:grpSp>
      <p:grpSp>
        <p:nvGrpSpPr>
          <p:cNvPr id="98" name="Group 36">
            <a:extLst>
              <a:ext uri="{FF2B5EF4-FFF2-40B4-BE49-F238E27FC236}">
                <a16:creationId xmlns:a16="http://schemas.microsoft.com/office/drawing/2014/main" id="{9E0B8F2D-7DE8-5167-499A-25BBF8867623}"/>
              </a:ext>
            </a:extLst>
          </p:cNvPr>
          <p:cNvGrpSpPr/>
          <p:nvPr/>
        </p:nvGrpSpPr>
        <p:grpSpPr>
          <a:xfrm>
            <a:off x="14936355" y="2914682"/>
            <a:ext cx="2810946" cy="404768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99" name="Freeform 37">
              <a:extLst>
                <a:ext uri="{FF2B5EF4-FFF2-40B4-BE49-F238E27FC236}">
                  <a16:creationId xmlns:a16="http://schemas.microsoft.com/office/drawing/2014/main" id="{52309113-39BD-FD7A-3334-7C3D278AAA77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dirty="0">
                <a:solidFill>
                  <a:schemeClr val="tx1"/>
                </a:solidFill>
              </a:endParaRPr>
            </a:p>
          </p:txBody>
        </p:sp>
        <p:sp>
          <p:nvSpPr>
            <p:cNvPr id="100" name="TextBox 38">
              <a:extLst>
                <a:ext uri="{FF2B5EF4-FFF2-40B4-BE49-F238E27FC236}">
                  <a16:creationId xmlns:a16="http://schemas.microsoft.com/office/drawing/2014/main" id="{AD278D21-6B36-1538-76A2-CED207693692}"/>
                </a:ext>
              </a:extLst>
            </p:cNvPr>
            <p:cNvSpPr txBox="1"/>
            <p:nvPr/>
          </p:nvSpPr>
          <p:spPr>
            <a:xfrm>
              <a:off x="0" y="-38100"/>
              <a:ext cx="928317" cy="235130"/>
            </a:xfrm>
            <a:prstGeom prst="roundRect">
              <a:avLst/>
            </a:prstGeom>
            <a:solidFill>
              <a:srgbClr val="F79646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  <a:cs typeface="Cascadia Mono Light" panose="020B0609020000020004" pitchFamily="49" charset="0"/>
                </a:rPr>
                <a:t>Further Suggestions</a:t>
              </a:r>
            </a:p>
          </p:txBody>
        </p:sp>
      </p:grpSp>
      <p:sp>
        <p:nvSpPr>
          <p:cNvPr id="106" name="TextBox 43">
            <a:extLst>
              <a:ext uri="{FF2B5EF4-FFF2-40B4-BE49-F238E27FC236}">
                <a16:creationId xmlns:a16="http://schemas.microsoft.com/office/drawing/2014/main" id="{E250A4AC-7EE6-6F94-3BF6-7D88E3CB57A9}"/>
              </a:ext>
            </a:extLst>
          </p:cNvPr>
          <p:cNvSpPr txBox="1"/>
          <p:nvPr/>
        </p:nvSpPr>
        <p:spPr>
          <a:xfrm>
            <a:off x="14936355" y="3677583"/>
            <a:ext cx="2892586" cy="70003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1997"/>
              </a:lnSpc>
            </a:pPr>
            <a:r>
              <a:rPr lang="en-US" sz="1426" b="1" dirty="0">
                <a:solidFill>
                  <a:srgbClr val="FEFEFE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Extend dataset across more years and firms</a:t>
            </a:r>
          </a:p>
        </p:txBody>
      </p:sp>
      <p:sp>
        <p:nvSpPr>
          <p:cNvPr id="109" name="TextBox 43">
            <a:extLst>
              <a:ext uri="{FF2B5EF4-FFF2-40B4-BE49-F238E27FC236}">
                <a16:creationId xmlns:a16="http://schemas.microsoft.com/office/drawing/2014/main" id="{787ADE9B-4192-CD38-4D5E-FD4AE756ACF8}"/>
              </a:ext>
            </a:extLst>
          </p:cNvPr>
          <p:cNvSpPr txBox="1"/>
          <p:nvPr/>
        </p:nvSpPr>
        <p:spPr>
          <a:xfrm>
            <a:off x="14967191" y="5131233"/>
            <a:ext cx="2892586" cy="70003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1997"/>
              </a:lnSpc>
            </a:pPr>
            <a:r>
              <a:rPr lang="en-US" sz="1426" b="1" dirty="0">
                <a:solidFill>
                  <a:srgbClr val="FEFEFE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Incorporate comprehensive financial statement variables</a:t>
            </a:r>
          </a:p>
        </p:txBody>
      </p:sp>
      <p:sp>
        <p:nvSpPr>
          <p:cNvPr id="110" name="TextBox 43">
            <a:extLst>
              <a:ext uri="{FF2B5EF4-FFF2-40B4-BE49-F238E27FC236}">
                <a16:creationId xmlns:a16="http://schemas.microsoft.com/office/drawing/2014/main" id="{342990F7-FF3E-4A8F-E558-87C147B66ED3}"/>
              </a:ext>
            </a:extLst>
          </p:cNvPr>
          <p:cNvSpPr txBox="1"/>
          <p:nvPr/>
        </p:nvSpPr>
        <p:spPr>
          <a:xfrm>
            <a:off x="14936355" y="6330883"/>
            <a:ext cx="2892586" cy="70003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>
              <a:lnSpc>
                <a:spcPts val="1997"/>
              </a:lnSpc>
            </a:pPr>
            <a:r>
              <a:rPr lang="en-US" sz="1426" b="1" dirty="0">
                <a:solidFill>
                  <a:srgbClr val="FEFEFE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Explore non-conservative formulations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B6965AE-FAD4-56CD-A16F-D2B3559077EF}"/>
              </a:ext>
            </a:extLst>
          </p:cNvPr>
          <p:cNvSpPr/>
          <p:nvPr/>
        </p:nvSpPr>
        <p:spPr>
          <a:xfrm>
            <a:off x="10041697" y="1738183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1.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252E793-747C-0F84-B469-AFC30EFB2B6C}"/>
              </a:ext>
            </a:extLst>
          </p:cNvPr>
          <p:cNvSpPr/>
          <p:nvPr/>
        </p:nvSpPr>
        <p:spPr>
          <a:xfrm>
            <a:off x="9996823" y="3587310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2.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1847DAD-8C92-2E42-41EF-F1B33C902BE1}"/>
              </a:ext>
            </a:extLst>
          </p:cNvPr>
          <p:cNvSpPr/>
          <p:nvPr/>
        </p:nvSpPr>
        <p:spPr>
          <a:xfrm>
            <a:off x="9980693" y="5590892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3.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60BF19-E5D2-F10D-289D-B216C017F30B}"/>
              </a:ext>
            </a:extLst>
          </p:cNvPr>
          <p:cNvSpPr/>
          <p:nvPr/>
        </p:nvSpPr>
        <p:spPr>
          <a:xfrm>
            <a:off x="14933004" y="4224196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1.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4666E4-7962-0E29-9696-BFAB71DDF05D}"/>
              </a:ext>
            </a:extLst>
          </p:cNvPr>
          <p:cNvSpPr/>
          <p:nvPr/>
        </p:nvSpPr>
        <p:spPr>
          <a:xfrm>
            <a:off x="14928461" y="5753705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2.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D2D0DB-C6DA-9E6D-D17F-A5750E76040F}"/>
              </a:ext>
            </a:extLst>
          </p:cNvPr>
          <p:cNvSpPr/>
          <p:nvPr/>
        </p:nvSpPr>
        <p:spPr>
          <a:xfrm>
            <a:off x="14967191" y="6965095"/>
            <a:ext cx="477816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LM Roman 10" panose="00000500000000000000" pitchFamily="50" charset="0"/>
                <a:cs typeface="New Standard" panose="020B0604020202020204" charset="0"/>
              </a:rPr>
              <a:t>3.</a:t>
            </a:r>
            <a:endParaRPr lang="en-ID" b="1" dirty="0">
              <a:solidFill>
                <a:schemeClr val="tx2">
                  <a:lumMod val="75000"/>
                </a:schemeClr>
              </a:solidFill>
              <a:latin typeface="LM Roman 10" panose="00000500000000000000" pitchFamily="50" charset="0"/>
              <a:cs typeface="New Standard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9013E2-E064-5882-7BDB-64A15EFDBB16}"/>
              </a:ext>
            </a:extLst>
          </p:cNvPr>
          <p:cNvSpPr txBox="1"/>
          <p:nvPr/>
        </p:nvSpPr>
        <p:spPr>
          <a:xfrm>
            <a:off x="1026306" y="7914372"/>
            <a:ext cx="36474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ID" sz="900" b="0" i="0" u="none" strike="noStrike" baseline="0" dirty="0" err="1">
                <a:latin typeface="New Standard" panose="020B0604020202020204" charset="0"/>
                <a:ea typeface="New Standard" panose="020B0604020202020204" charset="0"/>
              </a:rPr>
              <a:t>Jimichi</a:t>
            </a:r>
            <a:r>
              <a:rPr lang="en-ID" sz="900" b="0" i="0" u="none" strike="noStrike" baseline="0" dirty="0">
                <a:latin typeface="New Standard" panose="020B0604020202020204" charset="0"/>
                <a:ea typeface="New Standard" panose="020B0604020202020204" charset="0"/>
              </a:rPr>
              <a:t>, M., Kawasaki, Y., Miyamoto, D., Saka, C., &amp; Nagata, S. </a:t>
            </a:r>
            <a:r>
              <a:rPr lang="en-US" sz="900" b="0" i="0" u="none" strike="noStrike" baseline="0" dirty="0">
                <a:latin typeface="New Standard" panose="020B0604020202020204" charset="0"/>
                <a:ea typeface="New Standard" panose="020B0604020202020204" charset="0"/>
              </a:rPr>
              <a:t>(2023). Statistical Modelling of Financial Data with Skew-</a:t>
            </a:r>
            <a:r>
              <a:rPr lang="en-US" sz="900" b="0" i="0" u="none" strike="noStrike" baseline="0" dirty="0" err="1">
                <a:latin typeface="New Standard" panose="020B0604020202020204" charset="0"/>
                <a:ea typeface="New Standard" panose="020B0604020202020204" charset="0"/>
              </a:rPr>
              <a:t>SymmetricError</a:t>
            </a:r>
            <a:r>
              <a:rPr lang="en-US" sz="900" b="0" i="0" u="none" strike="noStrike" baseline="0" dirty="0">
                <a:latin typeface="New Standard" panose="020B0604020202020204" charset="0"/>
                <a:ea typeface="New Standard" panose="020B0604020202020204" charset="0"/>
              </a:rPr>
              <a:t> Distributions. Symmetry, 15(9), 1772.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900" b="0" i="0" u="none" strike="noStrike" baseline="0" dirty="0">
                <a:latin typeface="New Standard" panose="020B0604020202020204" charset="0"/>
                <a:ea typeface="New Standard" panose="020B0604020202020204" charset="0"/>
              </a:rPr>
              <a:t>International Monetary Fund. (2010). Japan’s quest for </a:t>
            </a:r>
            <a:r>
              <a:rPr lang="en-US" sz="900" b="0" i="0" u="none" strike="noStrike" baseline="0" dirty="0" err="1">
                <a:latin typeface="New Standard" panose="020B0604020202020204" charset="0"/>
                <a:ea typeface="New Standard" panose="020B0604020202020204" charset="0"/>
              </a:rPr>
              <a:t>growth:Exploring</a:t>
            </a:r>
            <a:r>
              <a:rPr lang="en-US" sz="900" b="0" i="0" u="none" strike="noStrike" baseline="0" dirty="0">
                <a:latin typeface="New Standard" panose="020B0604020202020204" charset="0"/>
                <a:ea typeface="New Standard" panose="020B0604020202020204" charset="0"/>
              </a:rPr>
              <a:t> the role of capital and innovation (Working Paper No. 10/294). IMF.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900" b="0" i="0" u="none" strike="noStrike" baseline="0" dirty="0">
                <a:latin typeface="New Standard" panose="020B0604020202020204" charset="0"/>
                <a:ea typeface="New Standard" panose="020B0604020202020204" charset="0"/>
              </a:rPr>
              <a:t>Rudolf, J. (2025, August 21). </a:t>
            </a:r>
            <a:r>
              <a:rPr lang="en-US" sz="900" b="0" i="1" u="none" strike="noStrike" baseline="0" dirty="0">
                <a:latin typeface="New Standard" panose="020B0604020202020204" charset="0"/>
                <a:ea typeface="New Standard" panose="020B0604020202020204" charset="0"/>
              </a:rPr>
              <a:t>Why a commodities boom is not lifting </a:t>
            </a:r>
            <a:r>
              <a:rPr lang="en-ID" sz="900" b="0" i="1" u="none" strike="noStrike" baseline="0" dirty="0">
                <a:latin typeface="New Standard" panose="020B0604020202020204" charset="0"/>
                <a:ea typeface="New Standard" panose="020B0604020202020204" charset="0"/>
              </a:rPr>
              <a:t>Indonesia’s economy</a:t>
            </a:r>
            <a:r>
              <a:rPr lang="en-ID" sz="900" b="0" i="0" u="none" strike="noStrike" baseline="0" dirty="0">
                <a:latin typeface="New Standard" panose="020B0604020202020204" charset="0"/>
                <a:ea typeface="New Standard" panose="020B0604020202020204" charset="0"/>
              </a:rPr>
              <a:t>. Financial Times.</a:t>
            </a:r>
          </a:p>
        </p:txBody>
      </p:sp>
    </p:spTree>
    <p:extLst>
      <p:ext uri="{BB962C8B-B14F-4D97-AF65-F5344CB8AC3E}">
        <p14:creationId xmlns:p14="http://schemas.microsoft.com/office/powerpoint/2010/main" val="239898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32" grpId="0" animBg="1"/>
      <p:bldP spid="14" grpId="0" animBg="1"/>
      <p:bldP spid="18" grpId="0" animBg="1"/>
      <p:bldP spid="23" grpId="0"/>
      <p:bldP spid="25" grpId="0" animBg="1"/>
      <p:bldP spid="28" grpId="0" animBg="1"/>
      <p:bldP spid="31" grpId="0" animBg="1"/>
      <p:bldP spid="75" grpId="0" animBg="1"/>
      <p:bldP spid="76" grpId="0" animBg="1"/>
      <p:bldP spid="82" grpId="0" animBg="1"/>
      <p:bldP spid="83" grpId="0" animBg="1"/>
      <p:bldP spid="84" grpId="0" animBg="1"/>
      <p:bldP spid="85" grpId="0" animBg="1"/>
      <p:bldP spid="90" grpId="0" animBg="1"/>
      <p:bldP spid="94" grpId="0" animBg="1"/>
      <p:bldP spid="106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0" grpId="0" animBg="1"/>
      <p:bldP spid="11" grpId="0" animBg="1"/>
      <p:bldP spid="12" grpId="0" animBg="1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75719" y="-1526650"/>
            <a:ext cx="18563719" cy="2044948"/>
            <a:chOff x="0" y="0"/>
            <a:chExt cx="24751626" cy="2726598"/>
          </a:xfrm>
        </p:grpSpPr>
        <p:grpSp>
          <p:nvGrpSpPr>
            <p:cNvPr id="4" name="Group 4"/>
            <p:cNvGrpSpPr/>
            <p:nvPr/>
          </p:nvGrpSpPr>
          <p:grpSpPr>
            <a:xfrm>
              <a:off x="2683017" y="0"/>
              <a:ext cx="22068609" cy="2725447"/>
              <a:chOff x="0" y="0"/>
              <a:chExt cx="2428028" cy="29985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428028" cy="299859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99859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99859"/>
                    </a:lnTo>
                    <a:lnTo>
                      <a:pt x="0" y="299859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9525"/>
                <a:ext cx="2428028" cy="3093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304567"/>
              <a:ext cx="14206908" cy="2422031"/>
              <a:chOff x="0" y="0"/>
              <a:chExt cx="1563070" cy="2664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563070" cy="26647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6647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66476"/>
                    </a:lnTo>
                    <a:lnTo>
                      <a:pt x="1359870" y="266476"/>
                    </a:lnTo>
                    <a:lnTo>
                      <a:pt x="1563070" y="13323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1448770" cy="2760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-123319" y="-1374250"/>
            <a:ext cx="18563719" cy="2244316"/>
            <a:chOff x="0" y="0"/>
            <a:chExt cx="24751626" cy="2992421"/>
          </a:xfrm>
        </p:grpSpPr>
        <p:grpSp>
          <p:nvGrpSpPr>
            <p:cNvPr id="11" name="Group 11"/>
            <p:cNvGrpSpPr/>
            <p:nvPr/>
          </p:nvGrpSpPr>
          <p:grpSpPr>
            <a:xfrm>
              <a:off x="2683017" y="0"/>
              <a:ext cx="22068609" cy="2991158"/>
              <a:chOff x="0" y="0"/>
              <a:chExt cx="2428028" cy="32909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28028" cy="329093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32909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329093"/>
                    </a:lnTo>
                    <a:lnTo>
                      <a:pt x="0" y="32909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2428028" cy="3386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334260"/>
              <a:ext cx="14206908" cy="2658161"/>
              <a:chOff x="0" y="0"/>
              <a:chExt cx="1563070" cy="29245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563070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9245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92456"/>
                    </a:lnTo>
                    <a:lnTo>
                      <a:pt x="1359870" y="292456"/>
                    </a:lnTo>
                    <a:lnTo>
                      <a:pt x="1563070" y="14622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1448770" cy="301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665318" y="3145010"/>
            <a:ext cx="4424158" cy="1470789"/>
            <a:chOff x="0" y="0"/>
            <a:chExt cx="1035793" cy="34434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35793" cy="344344"/>
            </a:xfrm>
            <a:custGeom>
              <a:avLst/>
              <a:gdLst/>
              <a:ahLst/>
              <a:cxnLst/>
              <a:rect l="l" t="t" r="r" b="b"/>
              <a:pathLst>
                <a:path w="1035793" h="344344">
                  <a:moveTo>
                    <a:pt x="48998" y="0"/>
                  </a:moveTo>
                  <a:lnTo>
                    <a:pt x="986796" y="0"/>
                  </a:lnTo>
                  <a:cubicBezTo>
                    <a:pt x="1013856" y="0"/>
                    <a:pt x="1035793" y="21937"/>
                    <a:pt x="1035793" y="48998"/>
                  </a:cubicBezTo>
                  <a:lnTo>
                    <a:pt x="1035793" y="295347"/>
                  </a:lnTo>
                  <a:cubicBezTo>
                    <a:pt x="1035793" y="308342"/>
                    <a:pt x="1030631" y="320804"/>
                    <a:pt x="1021442" y="329993"/>
                  </a:cubicBezTo>
                  <a:cubicBezTo>
                    <a:pt x="1012253" y="339182"/>
                    <a:pt x="999791" y="344344"/>
                    <a:pt x="986796" y="344344"/>
                  </a:cubicBezTo>
                  <a:lnTo>
                    <a:pt x="48998" y="344344"/>
                  </a:lnTo>
                  <a:cubicBezTo>
                    <a:pt x="36003" y="344344"/>
                    <a:pt x="23540" y="339182"/>
                    <a:pt x="14351" y="329993"/>
                  </a:cubicBezTo>
                  <a:cubicBezTo>
                    <a:pt x="5162" y="320804"/>
                    <a:pt x="0" y="308342"/>
                    <a:pt x="0" y="295347"/>
                  </a:cubicBezTo>
                  <a:lnTo>
                    <a:pt x="0" y="48998"/>
                  </a:lnTo>
                  <a:cubicBezTo>
                    <a:pt x="0" y="36003"/>
                    <a:pt x="5162" y="23540"/>
                    <a:pt x="14351" y="14351"/>
                  </a:cubicBezTo>
                  <a:cubicBezTo>
                    <a:pt x="23540" y="5162"/>
                    <a:pt x="36003" y="0"/>
                    <a:pt x="489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35793" cy="382444"/>
            </a:xfrm>
            <a:prstGeom prst="rect">
              <a:avLst/>
            </a:prstGeom>
          </p:spPr>
          <p:txBody>
            <a:bodyPr lIns="50792" tIns="50792" rIns="50792" bIns="50792" rtlCol="0" anchor="ctr"/>
            <a:lstStyle/>
            <a:p>
              <a:pPr marL="372852" lvl="1" indent="-186426" algn="l">
                <a:lnSpc>
                  <a:spcPts val="2417"/>
                </a:lnSpc>
                <a:buFont typeface="Arial"/>
                <a:buChar char="•"/>
              </a:pP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Total assets and number of employees </a:t>
              </a:r>
              <a:r>
                <a:rPr lang="en-US" sz="1726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significantly influence revenue</a:t>
              </a: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 (supports Cobb-Douglas &amp; firm theory)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65318" y="4891911"/>
            <a:ext cx="4424158" cy="1470789"/>
            <a:chOff x="0" y="0"/>
            <a:chExt cx="1035793" cy="3443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35793" cy="344344"/>
            </a:xfrm>
            <a:custGeom>
              <a:avLst/>
              <a:gdLst/>
              <a:ahLst/>
              <a:cxnLst/>
              <a:rect l="l" t="t" r="r" b="b"/>
              <a:pathLst>
                <a:path w="1035793" h="344344">
                  <a:moveTo>
                    <a:pt x="48998" y="0"/>
                  </a:moveTo>
                  <a:lnTo>
                    <a:pt x="986796" y="0"/>
                  </a:lnTo>
                  <a:cubicBezTo>
                    <a:pt x="1013856" y="0"/>
                    <a:pt x="1035793" y="21937"/>
                    <a:pt x="1035793" y="48998"/>
                  </a:cubicBezTo>
                  <a:lnTo>
                    <a:pt x="1035793" y="295347"/>
                  </a:lnTo>
                  <a:cubicBezTo>
                    <a:pt x="1035793" y="308342"/>
                    <a:pt x="1030631" y="320804"/>
                    <a:pt x="1021442" y="329993"/>
                  </a:cubicBezTo>
                  <a:cubicBezTo>
                    <a:pt x="1012253" y="339182"/>
                    <a:pt x="999791" y="344344"/>
                    <a:pt x="986796" y="344344"/>
                  </a:cubicBezTo>
                  <a:lnTo>
                    <a:pt x="48998" y="344344"/>
                  </a:lnTo>
                  <a:cubicBezTo>
                    <a:pt x="36003" y="344344"/>
                    <a:pt x="23540" y="339182"/>
                    <a:pt x="14351" y="329993"/>
                  </a:cubicBezTo>
                  <a:cubicBezTo>
                    <a:pt x="5162" y="320804"/>
                    <a:pt x="0" y="308342"/>
                    <a:pt x="0" y="295347"/>
                  </a:cubicBezTo>
                  <a:lnTo>
                    <a:pt x="0" y="48998"/>
                  </a:lnTo>
                  <a:cubicBezTo>
                    <a:pt x="0" y="36003"/>
                    <a:pt x="5162" y="23540"/>
                    <a:pt x="14351" y="14351"/>
                  </a:cubicBezTo>
                  <a:cubicBezTo>
                    <a:pt x="23540" y="5162"/>
                    <a:pt x="36003" y="0"/>
                    <a:pt x="489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035793" cy="382444"/>
            </a:xfrm>
            <a:prstGeom prst="rect">
              <a:avLst/>
            </a:prstGeom>
          </p:spPr>
          <p:txBody>
            <a:bodyPr lIns="50792" tIns="50792" rIns="50792" bIns="50792" rtlCol="0" anchor="ctr"/>
            <a:lstStyle/>
            <a:p>
              <a:pPr marL="372852" lvl="1" indent="-186426" algn="l">
                <a:lnSpc>
                  <a:spcPts val="2417"/>
                </a:lnSpc>
                <a:buFont typeface="Arial"/>
                <a:buChar char="•"/>
              </a:pP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Skew-symmetric regression yields </a:t>
              </a:r>
              <a:r>
                <a:rPr lang="en-US" sz="1726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better model performance</a:t>
              </a: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 than classical OLS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98524" y="3145010"/>
            <a:ext cx="4424158" cy="1470789"/>
            <a:chOff x="0" y="0"/>
            <a:chExt cx="1035793" cy="34434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35793" cy="344344"/>
            </a:xfrm>
            <a:custGeom>
              <a:avLst/>
              <a:gdLst/>
              <a:ahLst/>
              <a:cxnLst/>
              <a:rect l="l" t="t" r="r" b="b"/>
              <a:pathLst>
                <a:path w="1035793" h="344344">
                  <a:moveTo>
                    <a:pt x="48998" y="0"/>
                  </a:moveTo>
                  <a:lnTo>
                    <a:pt x="986796" y="0"/>
                  </a:lnTo>
                  <a:cubicBezTo>
                    <a:pt x="1013856" y="0"/>
                    <a:pt x="1035793" y="21937"/>
                    <a:pt x="1035793" y="48998"/>
                  </a:cubicBezTo>
                  <a:lnTo>
                    <a:pt x="1035793" y="295347"/>
                  </a:lnTo>
                  <a:cubicBezTo>
                    <a:pt x="1035793" y="308342"/>
                    <a:pt x="1030631" y="320804"/>
                    <a:pt x="1021442" y="329993"/>
                  </a:cubicBezTo>
                  <a:cubicBezTo>
                    <a:pt x="1012253" y="339182"/>
                    <a:pt x="999791" y="344344"/>
                    <a:pt x="986796" y="344344"/>
                  </a:cubicBezTo>
                  <a:lnTo>
                    <a:pt x="48998" y="344344"/>
                  </a:lnTo>
                  <a:cubicBezTo>
                    <a:pt x="36003" y="344344"/>
                    <a:pt x="23540" y="339182"/>
                    <a:pt x="14351" y="329993"/>
                  </a:cubicBezTo>
                  <a:cubicBezTo>
                    <a:pt x="5162" y="320804"/>
                    <a:pt x="0" y="308342"/>
                    <a:pt x="0" y="295347"/>
                  </a:cubicBezTo>
                  <a:lnTo>
                    <a:pt x="0" y="48998"/>
                  </a:lnTo>
                  <a:cubicBezTo>
                    <a:pt x="0" y="36003"/>
                    <a:pt x="5162" y="23540"/>
                    <a:pt x="14351" y="14351"/>
                  </a:cubicBezTo>
                  <a:cubicBezTo>
                    <a:pt x="23540" y="5162"/>
                    <a:pt x="36003" y="0"/>
                    <a:pt x="489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035793" cy="382444"/>
            </a:xfrm>
            <a:prstGeom prst="rect">
              <a:avLst/>
            </a:prstGeom>
          </p:spPr>
          <p:txBody>
            <a:bodyPr lIns="50792" tIns="50792" rIns="50792" bIns="50792" rtlCol="0" anchor="ctr"/>
            <a:lstStyle/>
            <a:p>
              <a:pPr marL="372852" lvl="1" indent="-186426" algn="l">
                <a:lnSpc>
                  <a:spcPts val="2417"/>
                </a:lnSpc>
                <a:buFont typeface="Arial"/>
                <a:buChar char="•"/>
              </a:pP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Supports </a:t>
              </a:r>
              <a:r>
                <a:rPr lang="en-US" sz="1726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Cobb-Douglas</a:t>
              </a: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 &amp;</a:t>
              </a:r>
              <a:r>
                <a:rPr lang="en-US" sz="1726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firm theory</a:t>
              </a: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 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14142" y="6698208"/>
            <a:ext cx="4424158" cy="1470789"/>
            <a:chOff x="0" y="0"/>
            <a:chExt cx="1035793" cy="3443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35793" cy="344344"/>
            </a:xfrm>
            <a:custGeom>
              <a:avLst/>
              <a:gdLst/>
              <a:ahLst/>
              <a:cxnLst/>
              <a:rect l="l" t="t" r="r" b="b"/>
              <a:pathLst>
                <a:path w="1035793" h="344344">
                  <a:moveTo>
                    <a:pt x="48998" y="0"/>
                  </a:moveTo>
                  <a:lnTo>
                    <a:pt x="986796" y="0"/>
                  </a:lnTo>
                  <a:cubicBezTo>
                    <a:pt x="1013856" y="0"/>
                    <a:pt x="1035793" y="21937"/>
                    <a:pt x="1035793" y="48998"/>
                  </a:cubicBezTo>
                  <a:lnTo>
                    <a:pt x="1035793" y="295347"/>
                  </a:lnTo>
                  <a:cubicBezTo>
                    <a:pt x="1035793" y="308342"/>
                    <a:pt x="1030631" y="320804"/>
                    <a:pt x="1021442" y="329993"/>
                  </a:cubicBezTo>
                  <a:cubicBezTo>
                    <a:pt x="1012253" y="339182"/>
                    <a:pt x="999791" y="344344"/>
                    <a:pt x="986796" y="344344"/>
                  </a:cubicBezTo>
                  <a:lnTo>
                    <a:pt x="48998" y="344344"/>
                  </a:lnTo>
                  <a:cubicBezTo>
                    <a:pt x="36003" y="344344"/>
                    <a:pt x="23540" y="339182"/>
                    <a:pt x="14351" y="329993"/>
                  </a:cubicBezTo>
                  <a:cubicBezTo>
                    <a:pt x="5162" y="320804"/>
                    <a:pt x="0" y="308342"/>
                    <a:pt x="0" y="295347"/>
                  </a:cubicBezTo>
                  <a:lnTo>
                    <a:pt x="0" y="48998"/>
                  </a:lnTo>
                  <a:cubicBezTo>
                    <a:pt x="0" y="36003"/>
                    <a:pt x="5162" y="23540"/>
                    <a:pt x="14351" y="14351"/>
                  </a:cubicBezTo>
                  <a:cubicBezTo>
                    <a:pt x="23540" y="5162"/>
                    <a:pt x="36003" y="0"/>
                    <a:pt x="489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35793" cy="382444"/>
            </a:xfrm>
            <a:prstGeom prst="rect">
              <a:avLst/>
            </a:prstGeom>
          </p:spPr>
          <p:txBody>
            <a:bodyPr lIns="50792" tIns="50792" rIns="50792" bIns="50792" rtlCol="0" anchor="ctr"/>
            <a:lstStyle/>
            <a:p>
              <a:pPr marL="372852" lvl="1" indent="-186426" algn="l">
                <a:lnSpc>
                  <a:spcPts val="2417"/>
                </a:lnSpc>
                <a:buFont typeface="Arial"/>
                <a:buChar char="•"/>
              </a:pP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Recommends wider use of s</a:t>
              </a:r>
              <a:r>
                <a:rPr lang="en-US" sz="1726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kew-aware models</a:t>
              </a: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 in accounting and financial econometrics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98524" y="4834062"/>
            <a:ext cx="4424158" cy="1470789"/>
            <a:chOff x="0" y="0"/>
            <a:chExt cx="1035793" cy="34434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35793" cy="344344"/>
            </a:xfrm>
            <a:custGeom>
              <a:avLst/>
              <a:gdLst/>
              <a:ahLst/>
              <a:cxnLst/>
              <a:rect l="l" t="t" r="r" b="b"/>
              <a:pathLst>
                <a:path w="1035793" h="344344">
                  <a:moveTo>
                    <a:pt x="48998" y="0"/>
                  </a:moveTo>
                  <a:lnTo>
                    <a:pt x="986796" y="0"/>
                  </a:lnTo>
                  <a:cubicBezTo>
                    <a:pt x="1013856" y="0"/>
                    <a:pt x="1035793" y="21937"/>
                    <a:pt x="1035793" y="48998"/>
                  </a:cubicBezTo>
                  <a:lnTo>
                    <a:pt x="1035793" y="295347"/>
                  </a:lnTo>
                  <a:cubicBezTo>
                    <a:pt x="1035793" y="308342"/>
                    <a:pt x="1030631" y="320804"/>
                    <a:pt x="1021442" y="329993"/>
                  </a:cubicBezTo>
                  <a:cubicBezTo>
                    <a:pt x="1012253" y="339182"/>
                    <a:pt x="999791" y="344344"/>
                    <a:pt x="986796" y="344344"/>
                  </a:cubicBezTo>
                  <a:lnTo>
                    <a:pt x="48998" y="344344"/>
                  </a:lnTo>
                  <a:cubicBezTo>
                    <a:pt x="36003" y="344344"/>
                    <a:pt x="23540" y="339182"/>
                    <a:pt x="14351" y="329993"/>
                  </a:cubicBezTo>
                  <a:cubicBezTo>
                    <a:pt x="5162" y="320804"/>
                    <a:pt x="0" y="308342"/>
                    <a:pt x="0" y="295347"/>
                  </a:cubicBezTo>
                  <a:lnTo>
                    <a:pt x="0" y="48998"/>
                  </a:lnTo>
                  <a:cubicBezTo>
                    <a:pt x="0" y="36003"/>
                    <a:pt x="5162" y="23540"/>
                    <a:pt x="14351" y="14351"/>
                  </a:cubicBezTo>
                  <a:cubicBezTo>
                    <a:pt x="23540" y="5162"/>
                    <a:pt x="36003" y="0"/>
                    <a:pt x="489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035793" cy="382444"/>
            </a:xfrm>
            <a:prstGeom prst="rect">
              <a:avLst/>
            </a:prstGeom>
          </p:spPr>
          <p:txBody>
            <a:bodyPr lIns="50792" tIns="50792" rIns="50792" bIns="50792" rtlCol="0" anchor="ctr"/>
            <a:lstStyle/>
            <a:p>
              <a:pPr marL="372852" lvl="1" indent="-186426" algn="l">
                <a:lnSpc>
                  <a:spcPts val="2417"/>
                </a:lnSpc>
                <a:buFont typeface="Arial"/>
                <a:buChar char="•"/>
              </a:pPr>
              <a:r>
                <a:rPr lang="en-US" sz="1726">
                  <a:solidFill>
                    <a:srgbClr val="000000"/>
                  </a:solidFill>
                  <a:latin typeface="New Standard"/>
                  <a:ea typeface="New Standard"/>
                  <a:cs typeface="New Standard"/>
                  <a:sym typeface="New Standard"/>
                </a:rPr>
                <a:t>Supports the Hypothesis of H₁ and H₂ earlier formulated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43123" y="386471"/>
            <a:ext cx="4705221" cy="2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3678" b="1">
                <a:solidFill>
                  <a:srgbClr val="FFFFFF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5. Conclusion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74AF74-F3BC-9F6E-F3AE-0C9C913BBAA8}"/>
              </a:ext>
            </a:extLst>
          </p:cNvPr>
          <p:cNvGrpSpPr/>
          <p:nvPr/>
        </p:nvGrpSpPr>
        <p:grpSpPr>
          <a:xfrm>
            <a:off x="2" y="9628567"/>
            <a:ext cx="18287997" cy="689912"/>
            <a:chOff x="2" y="9628567"/>
            <a:chExt cx="18287997" cy="689912"/>
          </a:xfrm>
        </p:grpSpPr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2A3B53C6-DF72-348B-E4E7-E19806B5E029}"/>
                </a:ext>
              </a:extLst>
            </p:cNvPr>
            <p:cNvSpPr/>
            <p:nvPr/>
          </p:nvSpPr>
          <p:spPr>
            <a:xfrm>
              <a:off x="1713748" y="9628567"/>
              <a:ext cx="16574251" cy="689912"/>
            </a:xfrm>
            <a:custGeom>
              <a:avLst/>
              <a:gdLst/>
              <a:ahLst/>
              <a:cxnLst/>
              <a:rect l="l" t="t" r="r" b="b"/>
              <a:pathLst>
                <a:path w="2428028" h="287492">
                  <a:moveTo>
                    <a:pt x="0" y="0"/>
                  </a:moveTo>
                  <a:lnTo>
                    <a:pt x="2428028" y="0"/>
                  </a:lnTo>
                  <a:lnTo>
                    <a:pt x="2428028" y="287492"/>
                  </a:lnTo>
                  <a:lnTo>
                    <a:pt x="0" y="287492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03F50770-A485-F739-6BC8-7139026FB9E6}"/>
                </a:ext>
              </a:extLst>
            </p:cNvPr>
            <p:cNvSpPr/>
            <p:nvPr/>
          </p:nvSpPr>
          <p:spPr>
            <a:xfrm>
              <a:off x="2" y="9628567"/>
              <a:ext cx="9972406" cy="672806"/>
            </a:xfrm>
            <a:custGeom>
              <a:avLst/>
              <a:gdLst/>
              <a:ahLst/>
              <a:cxnLst/>
              <a:rect l="l" t="t" r="r" b="b"/>
              <a:pathLst>
                <a:path w="1479156" h="257307">
                  <a:moveTo>
                    <a:pt x="1275956" y="0"/>
                  </a:moveTo>
                  <a:lnTo>
                    <a:pt x="0" y="0"/>
                  </a:lnTo>
                  <a:lnTo>
                    <a:pt x="0" y="257307"/>
                  </a:lnTo>
                  <a:lnTo>
                    <a:pt x="1275956" y="257307"/>
                  </a:lnTo>
                  <a:lnTo>
                    <a:pt x="1479156" y="128653"/>
                  </a:lnTo>
                  <a:lnTo>
                    <a:pt x="1275956" y="0"/>
                  </a:lnTo>
                  <a:close/>
                </a:path>
              </a:pathLst>
            </a:custGeom>
            <a:solidFill>
              <a:srgbClr val="13547D"/>
            </a:solid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4" name="TextBox 24">
            <a:extLst>
              <a:ext uri="{FF2B5EF4-FFF2-40B4-BE49-F238E27FC236}">
                <a16:creationId xmlns:a16="http://schemas.microsoft.com/office/drawing/2014/main" id="{9E9B570C-E319-E4E0-70B5-2D7E4BC65863}"/>
              </a:ext>
            </a:extLst>
          </p:cNvPr>
          <p:cNvSpPr txBox="1"/>
          <p:nvPr/>
        </p:nvSpPr>
        <p:spPr>
          <a:xfrm>
            <a:off x="143124" y="9741739"/>
            <a:ext cx="8370637" cy="369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0"/>
              </a:lnSpc>
              <a:spcBef>
                <a:spcPct val="0"/>
              </a:spcBef>
            </a:pPr>
            <a:r>
              <a:rPr lang="en-US" sz="1079" b="1" i="1" dirty="0">
                <a:solidFill>
                  <a:srgbClr val="FFFFFF">
                    <a:alpha val="78824"/>
                  </a:srgbClr>
                </a:solidFill>
                <a:latin typeface="New Standard Bold Italics"/>
                <a:ea typeface="New Standard Bold Italics"/>
                <a:cs typeface="New Standard Bold Italics"/>
                <a:sym typeface="New Standard Bold Italics"/>
              </a:rPr>
              <a:t>Skew-Symmetric Error Distribution Analysis of Elasticity Dynamics of Firm Financial Statement Components: A Case Study in Indonesian Stock Markets using The Cobb-Douglas Linearized Log Form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AC6F27-E285-6F4E-878D-4B5CC2DF4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049" y="9525"/>
            <a:ext cx="2054530" cy="707197"/>
          </a:xfrm>
          <a:prstGeom prst="rect">
            <a:avLst/>
          </a:prstGeom>
        </p:spPr>
      </p:pic>
      <p:grpSp>
        <p:nvGrpSpPr>
          <p:cNvPr id="18" name="Group 36">
            <a:extLst>
              <a:ext uri="{FF2B5EF4-FFF2-40B4-BE49-F238E27FC236}">
                <a16:creationId xmlns:a16="http://schemas.microsoft.com/office/drawing/2014/main" id="{0F9E6553-7CB2-BF89-436D-15DBE1D7809B}"/>
              </a:ext>
            </a:extLst>
          </p:cNvPr>
          <p:cNvGrpSpPr/>
          <p:nvPr/>
        </p:nvGrpSpPr>
        <p:grpSpPr>
          <a:xfrm>
            <a:off x="5562600" y="2807084"/>
            <a:ext cx="2810946" cy="404768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19" name="Freeform 37">
              <a:extLst>
                <a:ext uri="{FF2B5EF4-FFF2-40B4-BE49-F238E27FC236}">
                  <a16:creationId xmlns:a16="http://schemas.microsoft.com/office/drawing/2014/main" id="{24ED0FF7-FF0F-ED2F-FE1C-360B11D3F473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38">
              <a:extLst>
                <a:ext uri="{FF2B5EF4-FFF2-40B4-BE49-F238E27FC236}">
                  <a16:creationId xmlns:a16="http://schemas.microsoft.com/office/drawing/2014/main" id="{1B8C8577-1F16-D5A3-A2BE-609241E7950B}"/>
                </a:ext>
              </a:extLst>
            </p:cNvPr>
            <p:cNvSpPr txBox="1"/>
            <p:nvPr/>
          </p:nvSpPr>
          <p:spPr>
            <a:xfrm>
              <a:off x="0" y="-38100"/>
              <a:ext cx="928317" cy="235130"/>
            </a:xfrm>
            <a:prstGeom prst="roundRect">
              <a:avLst/>
            </a:prstGeom>
            <a:solidFill>
              <a:srgbClr val="F79646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  <a:cs typeface="Cascadia Mono Light" panose="020B0609020000020004" pitchFamily="49" charset="0"/>
                </a:rPr>
                <a:t>Regression significance</a:t>
              </a:r>
            </a:p>
          </p:txBody>
        </p:sp>
      </p:grpSp>
      <p:grpSp>
        <p:nvGrpSpPr>
          <p:cNvPr id="21" name="Group 36">
            <a:extLst>
              <a:ext uri="{FF2B5EF4-FFF2-40B4-BE49-F238E27FC236}">
                <a16:creationId xmlns:a16="http://schemas.microsoft.com/office/drawing/2014/main" id="{03841FC3-C085-2931-D95F-19D504B77044}"/>
              </a:ext>
            </a:extLst>
          </p:cNvPr>
          <p:cNvGrpSpPr/>
          <p:nvPr/>
        </p:nvGrpSpPr>
        <p:grpSpPr>
          <a:xfrm>
            <a:off x="5471924" y="4671230"/>
            <a:ext cx="2810946" cy="404768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D7AA13D3-3791-5997-EEB7-447736E9EE0B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E35BA353-D551-2CD6-BC78-6D0591AD04D7}"/>
                </a:ext>
              </a:extLst>
            </p:cNvPr>
            <p:cNvSpPr txBox="1"/>
            <p:nvPr/>
          </p:nvSpPr>
          <p:spPr>
            <a:xfrm>
              <a:off x="0" y="-38100"/>
              <a:ext cx="928317" cy="235130"/>
            </a:xfrm>
            <a:prstGeom prst="roundRect">
              <a:avLst/>
            </a:prstGeom>
            <a:solidFill>
              <a:srgbClr val="F79646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  <a:cs typeface="Cascadia Mono Light" panose="020B0609020000020004" pitchFamily="49" charset="0"/>
                </a:rPr>
                <a:t>Skew-Symmetric usability</a:t>
              </a:r>
            </a:p>
          </p:txBody>
        </p:sp>
      </p:grpSp>
      <p:grpSp>
        <p:nvGrpSpPr>
          <p:cNvPr id="24" name="Group 36">
            <a:extLst>
              <a:ext uri="{FF2B5EF4-FFF2-40B4-BE49-F238E27FC236}">
                <a16:creationId xmlns:a16="http://schemas.microsoft.com/office/drawing/2014/main" id="{8494359F-9026-F901-3DB9-E5E19C333142}"/>
              </a:ext>
            </a:extLst>
          </p:cNvPr>
          <p:cNvGrpSpPr/>
          <p:nvPr/>
        </p:nvGrpSpPr>
        <p:grpSpPr>
          <a:xfrm>
            <a:off x="9972408" y="2926747"/>
            <a:ext cx="2810946" cy="404768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38408291-8052-08A9-F1E7-33509EB61F57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38">
              <a:extLst>
                <a:ext uri="{FF2B5EF4-FFF2-40B4-BE49-F238E27FC236}">
                  <a16:creationId xmlns:a16="http://schemas.microsoft.com/office/drawing/2014/main" id="{08094E4B-E70F-6D84-614C-DB2A7E85BE44}"/>
                </a:ext>
              </a:extLst>
            </p:cNvPr>
            <p:cNvSpPr txBox="1"/>
            <p:nvPr/>
          </p:nvSpPr>
          <p:spPr>
            <a:xfrm>
              <a:off x="0" y="-38100"/>
              <a:ext cx="928317" cy="235130"/>
            </a:xfrm>
            <a:prstGeom prst="roundRect">
              <a:avLst/>
            </a:prstGeom>
            <a:solidFill>
              <a:srgbClr val="F79646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  <a:cs typeface="Cascadia Mono Light" panose="020B0609020000020004" pitchFamily="49" charset="0"/>
                </a:rPr>
                <a:t>Supports previous theory</a:t>
              </a:r>
            </a:p>
          </p:txBody>
        </p:sp>
      </p:grpSp>
      <p:grpSp>
        <p:nvGrpSpPr>
          <p:cNvPr id="47" name="Group 36">
            <a:extLst>
              <a:ext uri="{FF2B5EF4-FFF2-40B4-BE49-F238E27FC236}">
                <a16:creationId xmlns:a16="http://schemas.microsoft.com/office/drawing/2014/main" id="{E6D34295-CFC6-C08D-3DD6-FFDFE26AB8B0}"/>
              </a:ext>
            </a:extLst>
          </p:cNvPr>
          <p:cNvGrpSpPr/>
          <p:nvPr/>
        </p:nvGrpSpPr>
        <p:grpSpPr>
          <a:xfrm>
            <a:off x="10005130" y="4650789"/>
            <a:ext cx="2810946" cy="404768"/>
            <a:chOff x="0" y="-38100"/>
            <a:chExt cx="928317" cy="235130"/>
          </a:xfrm>
          <a:solidFill>
            <a:srgbClr val="13547D"/>
          </a:solidFill>
        </p:grpSpPr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9B7D32B7-B577-4321-DDB7-69A967AFD62A}"/>
                </a:ext>
              </a:extLst>
            </p:cNvPr>
            <p:cNvSpPr/>
            <p:nvPr/>
          </p:nvSpPr>
          <p:spPr>
            <a:xfrm>
              <a:off x="0" y="0"/>
              <a:ext cx="928317" cy="197030"/>
            </a:xfrm>
            <a:prstGeom prst="roundRect">
              <a:avLst/>
            </a:prstGeom>
            <a:grpFill/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endParaRPr lang="en-ID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38">
              <a:extLst>
                <a:ext uri="{FF2B5EF4-FFF2-40B4-BE49-F238E27FC236}">
                  <a16:creationId xmlns:a16="http://schemas.microsoft.com/office/drawing/2014/main" id="{5C285AA1-2398-73E7-F8EB-CE44CE2241BE}"/>
                </a:ext>
              </a:extLst>
            </p:cNvPr>
            <p:cNvSpPr txBox="1"/>
            <p:nvPr/>
          </p:nvSpPr>
          <p:spPr>
            <a:xfrm>
              <a:off x="0" y="-38100"/>
              <a:ext cx="928317" cy="235130"/>
            </a:xfrm>
            <a:prstGeom prst="roundRect">
              <a:avLst/>
            </a:prstGeom>
            <a:solidFill>
              <a:srgbClr val="F79646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New Standard" panose="020B0604020202020204" charset="0"/>
                  <a:ea typeface="New Standard" panose="020B0604020202020204" charset="0"/>
                  <a:cs typeface="Cascadia Mono Light" panose="020B0609020000020004" pitchFamily="49" charset="0"/>
                </a:rPr>
                <a:t>Supports Hypothesis</a:t>
              </a:r>
            </a:p>
          </p:txBody>
        </p:sp>
      </p:grpSp>
      <p:sp>
        <p:nvSpPr>
          <p:cNvPr id="50" name="TextBox 38">
            <a:extLst>
              <a:ext uri="{FF2B5EF4-FFF2-40B4-BE49-F238E27FC236}">
                <a16:creationId xmlns:a16="http://schemas.microsoft.com/office/drawing/2014/main" id="{982C264A-B12D-2BA5-563D-DC1DF144B83E}"/>
              </a:ext>
            </a:extLst>
          </p:cNvPr>
          <p:cNvSpPr txBox="1"/>
          <p:nvPr/>
        </p:nvSpPr>
        <p:spPr>
          <a:xfrm>
            <a:off x="7353726" y="6460863"/>
            <a:ext cx="2810946" cy="404768"/>
          </a:xfrm>
          <a:prstGeom prst="roundRect">
            <a:avLst/>
          </a:prstGeom>
          <a:solidFill>
            <a:srgbClr val="F79646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New Standard" panose="020B0604020202020204" charset="0"/>
                <a:ea typeface="New Standard" panose="020B0604020202020204" charset="0"/>
                <a:cs typeface="Cascadia Mono Light" panose="020B0609020000020004" pitchFamily="49" charset="0"/>
              </a:rPr>
              <a:t>Recommendations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1C9E-F4D2-7FD0-C35B-D69E7C77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4E90074-5D35-28B9-00D1-68CAE42F9BA3}"/>
              </a:ext>
            </a:extLst>
          </p:cNvPr>
          <p:cNvGrpSpPr/>
          <p:nvPr/>
        </p:nvGrpSpPr>
        <p:grpSpPr>
          <a:xfrm>
            <a:off x="-275719" y="-1526650"/>
            <a:ext cx="18563719" cy="2044948"/>
            <a:chOff x="0" y="0"/>
            <a:chExt cx="24751626" cy="2726598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6909B71-D035-A99B-3F61-87D8E9AE57A0}"/>
                </a:ext>
              </a:extLst>
            </p:cNvPr>
            <p:cNvGrpSpPr/>
            <p:nvPr/>
          </p:nvGrpSpPr>
          <p:grpSpPr>
            <a:xfrm>
              <a:off x="2683017" y="0"/>
              <a:ext cx="22068609" cy="2725447"/>
              <a:chOff x="0" y="0"/>
              <a:chExt cx="2428028" cy="299859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2A3F971-F6F6-C779-0D06-94B7C867977F}"/>
                  </a:ext>
                </a:extLst>
              </p:cNvPr>
              <p:cNvSpPr/>
              <p:nvPr/>
            </p:nvSpPr>
            <p:spPr>
              <a:xfrm>
                <a:off x="0" y="0"/>
                <a:ext cx="2428028" cy="299859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299859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299859"/>
                    </a:lnTo>
                    <a:lnTo>
                      <a:pt x="0" y="299859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18261F4-D546-71C8-FD9B-06E5834C5C01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3093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107AF82-AF94-A780-979A-45DD19D3CA6B}"/>
                </a:ext>
              </a:extLst>
            </p:cNvPr>
            <p:cNvGrpSpPr/>
            <p:nvPr/>
          </p:nvGrpSpPr>
          <p:grpSpPr>
            <a:xfrm>
              <a:off x="0" y="304567"/>
              <a:ext cx="14206908" cy="2422031"/>
              <a:chOff x="0" y="0"/>
              <a:chExt cx="1563070" cy="266476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39BE13A-238C-013E-A781-9ED352702A46}"/>
                  </a:ext>
                </a:extLst>
              </p:cNvPr>
              <p:cNvSpPr/>
              <p:nvPr/>
            </p:nvSpPr>
            <p:spPr>
              <a:xfrm>
                <a:off x="0" y="0"/>
                <a:ext cx="1563070" cy="26647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6647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66476"/>
                    </a:lnTo>
                    <a:lnTo>
                      <a:pt x="1359870" y="266476"/>
                    </a:lnTo>
                    <a:lnTo>
                      <a:pt x="1563070" y="13323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06E8FFC-0F0C-1032-3495-23C1D7DA94B6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48770" cy="2760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5105F63-6B53-36CC-29A8-B8B4F45A6033}"/>
              </a:ext>
            </a:extLst>
          </p:cNvPr>
          <p:cNvGrpSpPr/>
          <p:nvPr/>
        </p:nvGrpSpPr>
        <p:grpSpPr>
          <a:xfrm>
            <a:off x="-123319" y="-1374250"/>
            <a:ext cx="18563719" cy="2244316"/>
            <a:chOff x="0" y="0"/>
            <a:chExt cx="24751626" cy="2992421"/>
          </a:xfrm>
        </p:grpSpPr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56559C1E-5E5D-45D5-E393-004242A1958D}"/>
                </a:ext>
              </a:extLst>
            </p:cNvPr>
            <p:cNvGrpSpPr/>
            <p:nvPr/>
          </p:nvGrpSpPr>
          <p:grpSpPr>
            <a:xfrm>
              <a:off x="2683017" y="0"/>
              <a:ext cx="22068609" cy="2991158"/>
              <a:chOff x="0" y="0"/>
              <a:chExt cx="2428028" cy="329093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D59407B6-5C6A-4072-E43A-9BFDDE9651E3}"/>
                  </a:ext>
                </a:extLst>
              </p:cNvPr>
              <p:cNvSpPr/>
              <p:nvPr/>
            </p:nvSpPr>
            <p:spPr>
              <a:xfrm>
                <a:off x="0" y="0"/>
                <a:ext cx="2428028" cy="329093"/>
              </a:xfrm>
              <a:custGeom>
                <a:avLst/>
                <a:gdLst/>
                <a:ahLst/>
                <a:cxnLst/>
                <a:rect l="l" t="t" r="r" b="b"/>
                <a:pathLst>
                  <a:path w="2428028" h="329093">
                    <a:moveTo>
                      <a:pt x="0" y="0"/>
                    </a:moveTo>
                    <a:lnTo>
                      <a:pt x="2428028" y="0"/>
                    </a:lnTo>
                    <a:lnTo>
                      <a:pt x="2428028" y="329093"/>
                    </a:lnTo>
                    <a:lnTo>
                      <a:pt x="0" y="329093"/>
                    </a:lnTo>
                    <a:close/>
                  </a:path>
                </a:pathLst>
              </a:custGeom>
              <a:solidFill>
                <a:srgbClr val="545454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5B013270-9ABC-8BC5-54DE-351FB3128CA7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428028" cy="3386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F4B3666F-41B6-4C5D-A3C2-1038EDCA7B04}"/>
                </a:ext>
              </a:extLst>
            </p:cNvPr>
            <p:cNvGrpSpPr/>
            <p:nvPr/>
          </p:nvGrpSpPr>
          <p:grpSpPr>
            <a:xfrm>
              <a:off x="0" y="334260"/>
              <a:ext cx="14206908" cy="2658161"/>
              <a:chOff x="0" y="0"/>
              <a:chExt cx="1563070" cy="292456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2603F4C8-E8B2-96E3-AEE0-EB6F577DB18C}"/>
                  </a:ext>
                </a:extLst>
              </p:cNvPr>
              <p:cNvSpPr/>
              <p:nvPr/>
            </p:nvSpPr>
            <p:spPr>
              <a:xfrm>
                <a:off x="0" y="0"/>
                <a:ext cx="1563070" cy="292456"/>
              </a:xfrm>
              <a:custGeom>
                <a:avLst/>
                <a:gdLst/>
                <a:ahLst/>
                <a:cxnLst/>
                <a:rect l="l" t="t" r="r" b="b"/>
                <a:pathLst>
                  <a:path w="1563070" h="292456">
                    <a:moveTo>
                      <a:pt x="1359870" y="0"/>
                    </a:moveTo>
                    <a:lnTo>
                      <a:pt x="0" y="0"/>
                    </a:lnTo>
                    <a:lnTo>
                      <a:pt x="0" y="292456"/>
                    </a:lnTo>
                    <a:lnTo>
                      <a:pt x="1359870" y="292456"/>
                    </a:lnTo>
                    <a:lnTo>
                      <a:pt x="1563070" y="146228"/>
                    </a:lnTo>
                    <a:lnTo>
                      <a:pt x="1359870" y="0"/>
                    </a:lnTo>
                    <a:close/>
                  </a:path>
                </a:pathLst>
              </a:custGeom>
              <a:solidFill>
                <a:srgbClr val="13547D"/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6" name="TextBox 16">
                <a:extLst>
                  <a:ext uri="{FF2B5EF4-FFF2-40B4-BE49-F238E27FC236}">
                    <a16:creationId xmlns:a16="http://schemas.microsoft.com/office/drawing/2014/main" id="{1AAAB3D3-BF2B-5A60-6399-088CD99CE68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48770" cy="3019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57"/>
                  </a:lnSpc>
                </a:pPr>
                <a:endParaRPr/>
              </a:p>
            </p:txBody>
          </p:sp>
        </p:grp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1EA7CF98-7684-3B37-1C59-4D94B560502A}"/>
              </a:ext>
            </a:extLst>
          </p:cNvPr>
          <p:cNvSpPr txBox="1"/>
          <p:nvPr/>
        </p:nvSpPr>
        <p:spPr>
          <a:xfrm>
            <a:off x="143123" y="386471"/>
            <a:ext cx="4705221" cy="29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3678" b="1">
                <a:solidFill>
                  <a:srgbClr val="FFFFFF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5. Conclusion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BCB287D-64B5-7212-1BF9-4851FAE7C8C6}"/>
              </a:ext>
            </a:extLst>
          </p:cNvPr>
          <p:cNvGrpSpPr/>
          <p:nvPr/>
        </p:nvGrpSpPr>
        <p:grpSpPr>
          <a:xfrm>
            <a:off x="2" y="9628567"/>
            <a:ext cx="18287997" cy="689912"/>
            <a:chOff x="2" y="9628567"/>
            <a:chExt cx="18287997" cy="689912"/>
          </a:xfrm>
        </p:grpSpPr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F4609869-9498-DD11-47A0-DFC7ADF2780E}"/>
                </a:ext>
              </a:extLst>
            </p:cNvPr>
            <p:cNvSpPr/>
            <p:nvPr/>
          </p:nvSpPr>
          <p:spPr>
            <a:xfrm>
              <a:off x="1713748" y="9628567"/>
              <a:ext cx="16574251" cy="689912"/>
            </a:xfrm>
            <a:custGeom>
              <a:avLst/>
              <a:gdLst/>
              <a:ahLst/>
              <a:cxnLst/>
              <a:rect l="l" t="t" r="r" b="b"/>
              <a:pathLst>
                <a:path w="2428028" h="287492">
                  <a:moveTo>
                    <a:pt x="0" y="0"/>
                  </a:moveTo>
                  <a:lnTo>
                    <a:pt x="2428028" y="0"/>
                  </a:lnTo>
                  <a:lnTo>
                    <a:pt x="2428028" y="287492"/>
                  </a:lnTo>
                  <a:lnTo>
                    <a:pt x="0" y="287492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B8767D74-874C-2797-086C-676C07765252}"/>
                </a:ext>
              </a:extLst>
            </p:cNvPr>
            <p:cNvSpPr/>
            <p:nvPr/>
          </p:nvSpPr>
          <p:spPr>
            <a:xfrm>
              <a:off x="2" y="9628567"/>
              <a:ext cx="9972406" cy="672806"/>
            </a:xfrm>
            <a:custGeom>
              <a:avLst/>
              <a:gdLst/>
              <a:ahLst/>
              <a:cxnLst/>
              <a:rect l="l" t="t" r="r" b="b"/>
              <a:pathLst>
                <a:path w="1479156" h="257307">
                  <a:moveTo>
                    <a:pt x="1275956" y="0"/>
                  </a:moveTo>
                  <a:lnTo>
                    <a:pt x="0" y="0"/>
                  </a:lnTo>
                  <a:lnTo>
                    <a:pt x="0" y="257307"/>
                  </a:lnTo>
                  <a:lnTo>
                    <a:pt x="1275956" y="257307"/>
                  </a:lnTo>
                  <a:lnTo>
                    <a:pt x="1479156" y="128653"/>
                  </a:lnTo>
                  <a:lnTo>
                    <a:pt x="1275956" y="0"/>
                  </a:lnTo>
                  <a:close/>
                </a:path>
              </a:pathLst>
            </a:custGeom>
            <a:solidFill>
              <a:srgbClr val="13547D"/>
            </a:solid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4" name="TextBox 24">
            <a:extLst>
              <a:ext uri="{FF2B5EF4-FFF2-40B4-BE49-F238E27FC236}">
                <a16:creationId xmlns:a16="http://schemas.microsoft.com/office/drawing/2014/main" id="{7B6A86C8-6AFD-ACB5-765D-73BEEBE1A474}"/>
              </a:ext>
            </a:extLst>
          </p:cNvPr>
          <p:cNvSpPr txBox="1"/>
          <p:nvPr/>
        </p:nvSpPr>
        <p:spPr>
          <a:xfrm>
            <a:off x="143124" y="9741739"/>
            <a:ext cx="8370637" cy="369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0"/>
              </a:lnSpc>
              <a:spcBef>
                <a:spcPct val="0"/>
              </a:spcBef>
            </a:pPr>
            <a:r>
              <a:rPr lang="en-US" sz="1079" b="1" i="1" dirty="0">
                <a:solidFill>
                  <a:srgbClr val="FFFFFF">
                    <a:alpha val="78824"/>
                  </a:srgbClr>
                </a:solidFill>
                <a:latin typeface="New Standard Bold Italics"/>
                <a:ea typeface="New Standard Bold Italics"/>
                <a:cs typeface="New Standard Bold Italics"/>
                <a:sym typeface="New Standard Bold Italics"/>
              </a:rPr>
              <a:t>Skew-Symmetric Error Distribution Analysis of Elasticity Dynamics of Firm Financial Statement Components: A Case Study in Indonesian Stock Markets using The Cobb-Douglas Linearized Log Form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E1C5BC-2597-239E-6AD2-0B64FA00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049" y="9525"/>
            <a:ext cx="2054530" cy="707197"/>
          </a:xfrm>
          <a:prstGeom prst="rect">
            <a:avLst/>
          </a:prstGeom>
        </p:spPr>
      </p:pic>
      <p:sp>
        <p:nvSpPr>
          <p:cNvPr id="2" name="TextBox 31">
            <a:extLst>
              <a:ext uri="{FF2B5EF4-FFF2-40B4-BE49-F238E27FC236}">
                <a16:creationId xmlns:a16="http://schemas.microsoft.com/office/drawing/2014/main" id="{34FA4736-2122-1807-8F2C-66DAF1EE56C9}"/>
              </a:ext>
            </a:extLst>
          </p:cNvPr>
          <p:cNvSpPr txBox="1"/>
          <p:nvPr/>
        </p:nvSpPr>
        <p:spPr>
          <a:xfrm>
            <a:off x="4328442" y="4076700"/>
            <a:ext cx="94273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070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  <wetp:taskpane dockstate="right" visibility="0" width="350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529EEB0A-026D-4E79-86F7-1970818122A3}">
  <we:reference id="wa104380848" version="2.1.0.1" store="en-US" storeType="OMEX"/>
  <we:alternateReferences>
    <we:reference id="WA104380848" version="2.1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F442D9E-E423-4C81-A6C9-737BDEBD6FB2}">
  <we:reference id="WA104381909" version="3.15.0.0" store="Omex" storeType="OMEX"/>
  <we:alternateReferences>
    <we:reference id="WA104381909" version="3.15.0.0" store="WA104381909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8EDFB13-B4DD-46BC-9537-074F33BD5149}">
  <we:reference id="wa200004052" version="1.0.0.2" store="en-US" storeType="OMEX"/>
  <we:alternateReferences>
    <we:reference id="WA200004052" version="1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3781</Words>
  <Application>Microsoft Office PowerPoint</Application>
  <PresentationFormat>Custom</PresentationFormat>
  <Paragraphs>394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New Standard</vt:lpstr>
      <vt:lpstr>LM Roman 10</vt:lpstr>
      <vt:lpstr>Consolas</vt:lpstr>
      <vt:lpstr>New Standard Bold</vt:lpstr>
      <vt:lpstr>Cambria Math</vt:lpstr>
      <vt:lpstr>New Standard Italics</vt:lpstr>
      <vt:lpstr>Arial</vt:lpstr>
      <vt:lpstr>Wingdings</vt:lpstr>
      <vt:lpstr>New Standard Bold Italics</vt:lpstr>
      <vt:lpstr>Cascadia Mono Light</vt:lpstr>
      <vt:lpstr>Aptos</vt:lpstr>
      <vt:lpstr>Calibri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Poster</dc:title>
  <cp:lastModifiedBy>GALVIN ADRIEL DARVELL NADAPDAP</cp:lastModifiedBy>
  <cp:revision>1</cp:revision>
  <dcterms:created xsi:type="dcterms:W3CDTF">2006-08-16T00:00:00Z</dcterms:created>
  <dcterms:modified xsi:type="dcterms:W3CDTF">2025-10-15T03:17:08Z</dcterms:modified>
  <dc:identifier>DAGsZJkqnPk</dc:identifier>
</cp:coreProperties>
</file>